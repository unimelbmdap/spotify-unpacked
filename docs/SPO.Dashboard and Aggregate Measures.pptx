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77" r:id="rId2"/>
    <p:sldId id="278" r:id="rId3"/>
    <p:sldId id="279" r:id="rId4"/>
    <p:sldId id="280" r:id="rId5"/>
    <p:sldId id="284" r:id="rId6"/>
    <p:sldId id="282" r:id="rId7"/>
    <p:sldId id="281" r:id="rId8"/>
    <p:sldId id="283" r:id="rId9"/>
    <p:sldId id="285" r:id="rId10"/>
    <p:sldId id="286" r:id="rId11"/>
    <p:sldId id="287" r:id="rId12"/>
    <p:sldId id="288" r:id="rId13"/>
    <p:sldId id="289" r:id="rId14"/>
    <p:sldId id="290" r:id="rId15"/>
    <p:sldId id="291" r:id="rId16"/>
    <p:sldId id="292" r:id="rId17"/>
    <p:sldId id="29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22ADE27-0374-4220-BD46-F7A318650A68}">
          <p14:sldIdLst>
            <p14:sldId id="277"/>
            <p14:sldId id="278"/>
            <p14:sldId id="279"/>
          </p14:sldIdLst>
        </p14:section>
        <p14:section name="Temporal Dashboard" id="{A683C3A5-0F50-4AC9-AA41-54E12FE4D909}">
          <p14:sldIdLst>
            <p14:sldId id="280"/>
            <p14:sldId id="284"/>
            <p14:sldId id="282"/>
            <p14:sldId id="281"/>
            <p14:sldId id="283"/>
            <p14:sldId id="285"/>
            <p14:sldId id="286"/>
            <p14:sldId id="287"/>
            <p14:sldId id="288"/>
            <p14:sldId id="289"/>
            <p14:sldId id="290"/>
            <p14:sldId id="291"/>
            <p14:sldId id="292"/>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225"/>
    <p:restoredTop sz="84735" autoAdjust="0"/>
  </p:normalViewPr>
  <p:slideViewPr>
    <p:cSldViewPr snapToGrid="0">
      <p:cViewPr varScale="1">
        <p:scale>
          <a:sx n="59" d="100"/>
          <a:sy n="59" d="100"/>
        </p:scale>
        <p:origin x="64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zi Lamberto" userId="58c23fe3-8264-483d-98d7-ce818ea11a2f" providerId="ADAL" clId="{F30BEFE1-B199-43B4-A338-8694A7DBFE66}"/>
    <pc:docChg chg="undo redo custSel addSld delSld modSld sldOrd addSection delSection modSection">
      <pc:chgData name="Kenzi Lamberto" userId="58c23fe3-8264-483d-98d7-ce818ea11a2f" providerId="ADAL" clId="{F30BEFE1-B199-43B4-A338-8694A7DBFE66}" dt="2026-04-30T16:18:53.955" v="3585" actId="47"/>
      <pc:docMkLst>
        <pc:docMk/>
      </pc:docMkLst>
      <pc:sldChg chg="del">
        <pc:chgData name="Kenzi Lamberto" userId="58c23fe3-8264-483d-98d7-ce818ea11a2f" providerId="ADAL" clId="{F30BEFE1-B199-43B4-A338-8694A7DBFE66}" dt="2026-04-30T16:18:53.955" v="3585" actId="47"/>
        <pc:sldMkLst>
          <pc:docMk/>
          <pc:sldMk cId="2090055293" sldId="257"/>
        </pc:sldMkLst>
      </pc:sldChg>
      <pc:sldChg chg="del">
        <pc:chgData name="Kenzi Lamberto" userId="58c23fe3-8264-483d-98d7-ce818ea11a2f" providerId="ADAL" clId="{F30BEFE1-B199-43B4-A338-8694A7DBFE66}" dt="2026-04-30T16:18:53.955" v="3585" actId="47"/>
        <pc:sldMkLst>
          <pc:docMk/>
          <pc:sldMk cId="711045774" sldId="258"/>
        </pc:sldMkLst>
      </pc:sldChg>
      <pc:sldChg chg="del">
        <pc:chgData name="Kenzi Lamberto" userId="58c23fe3-8264-483d-98d7-ce818ea11a2f" providerId="ADAL" clId="{F30BEFE1-B199-43B4-A338-8694A7DBFE66}" dt="2026-04-30T16:18:53.955" v="3585" actId="47"/>
        <pc:sldMkLst>
          <pc:docMk/>
          <pc:sldMk cId="3744042422" sldId="259"/>
        </pc:sldMkLst>
      </pc:sldChg>
      <pc:sldChg chg="del">
        <pc:chgData name="Kenzi Lamberto" userId="58c23fe3-8264-483d-98d7-ce818ea11a2f" providerId="ADAL" clId="{F30BEFE1-B199-43B4-A338-8694A7DBFE66}" dt="2026-04-30T16:18:53.955" v="3585" actId="47"/>
        <pc:sldMkLst>
          <pc:docMk/>
          <pc:sldMk cId="2469307047" sldId="260"/>
        </pc:sldMkLst>
      </pc:sldChg>
      <pc:sldChg chg="del">
        <pc:chgData name="Kenzi Lamberto" userId="58c23fe3-8264-483d-98d7-ce818ea11a2f" providerId="ADAL" clId="{F30BEFE1-B199-43B4-A338-8694A7DBFE66}" dt="2026-04-30T16:18:53.955" v="3585" actId="47"/>
        <pc:sldMkLst>
          <pc:docMk/>
          <pc:sldMk cId="3450861797" sldId="261"/>
        </pc:sldMkLst>
      </pc:sldChg>
      <pc:sldChg chg="del">
        <pc:chgData name="Kenzi Lamberto" userId="58c23fe3-8264-483d-98d7-ce818ea11a2f" providerId="ADAL" clId="{F30BEFE1-B199-43B4-A338-8694A7DBFE66}" dt="2026-04-30T16:18:53.955" v="3585" actId="47"/>
        <pc:sldMkLst>
          <pc:docMk/>
          <pc:sldMk cId="640096914" sldId="262"/>
        </pc:sldMkLst>
      </pc:sldChg>
      <pc:sldChg chg="del">
        <pc:chgData name="Kenzi Lamberto" userId="58c23fe3-8264-483d-98d7-ce818ea11a2f" providerId="ADAL" clId="{F30BEFE1-B199-43B4-A338-8694A7DBFE66}" dt="2026-04-30T16:18:53.955" v="3585" actId="47"/>
        <pc:sldMkLst>
          <pc:docMk/>
          <pc:sldMk cId="2460898918" sldId="263"/>
        </pc:sldMkLst>
      </pc:sldChg>
      <pc:sldChg chg="del">
        <pc:chgData name="Kenzi Lamberto" userId="58c23fe3-8264-483d-98d7-ce818ea11a2f" providerId="ADAL" clId="{F30BEFE1-B199-43B4-A338-8694A7DBFE66}" dt="2026-04-30T16:18:53.955" v="3585" actId="47"/>
        <pc:sldMkLst>
          <pc:docMk/>
          <pc:sldMk cId="1273950122" sldId="264"/>
        </pc:sldMkLst>
      </pc:sldChg>
      <pc:sldChg chg="del">
        <pc:chgData name="Kenzi Lamberto" userId="58c23fe3-8264-483d-98d7-ce818ea11a2f" providerId="ADAL" clId="{F30BEFE1-B199-43B4-A338-8694A7DBFE66}" dt="2026-04-30T16:18:53.955" v="3585" actId="47"/>
        <pc:sldMkLst>
          <pc:docMk/>
          <pc:sldMk cId="2253566027" sldId="266"/>
        </pc:sldMkLst>
      </pc:sldChg>
      <pc:sldChg chg="del">
        <pc:chgData name="Kenzi Lamberto" userId="58c23fe3-8264-483d-98d7-ce818ea11a2f" providerId="ADAL" clId="{F30BEFE1-B199-43B4-A338-8694A7DBFE66}" dt="2026-04-30T16:18:53.955" v="3585" actId="47"/>
        <pc:sldMkLst>
          <pc:docMk/>
          <pc:sldMk cId="3744783137" sldId="267"/>
        </pc:sldMkLst>
      </pc:sldChg>
      <pc:sldChg chg="addSp delSp modSp del mod ord modAnim">
        <pc:chgData name="Kenzi Lamberto" userId="58c23fe3-8264-483d-98d7-ce818ea11a2f" providerId="ADAL" clId="{F30BEFE1-B199-43B4-A338-8694A7DBFE66}" dt="2026-04-30T16:18:42.839" v="3583" actId="47"/>
        <pc:sldMkLst>
          <pc:docMk/>
          <pc:sldMk cId="3249955040" sldId="268"/>
        </pc:sldMkLst>
        <pc:spChg chg="mod">
          <ac:chgData name="Kenzi Lamberto" userId="58c23fe3-8264-483d-98d7-ce818ea11a2f" providerId="ADAL" clId="{F30BEFE1-B199-43B4-A338-8694A7DBFE66}" dt="2026-04-12T23:23:13.494" v="1446" actId="20577"/>
          <ac:spMkLst>
            <pc:docMk/>
            <pc:sldMk cId="3249955040" sldId="268"/>
            <ac:spMk id="4" creationId="{75D7F2CA-E760-AC22-2534-7A73FD067EEA}"/>
          </ac:spMkLst>
        </pc:spChg>
        <pc:spChg chg="add del mod">
          <ac:chgData name="Kenzi Lamberto" userId="58c23fe3-8264-483d-98d7-ce818ea11a2f" providerId="ADAL" clId="{F30BEFE1-B199-43B4-A338-8694A7DBFE66}" dt="2026-04-12T14:17:45.073" v="1230"/>
          <ac:spMkLst>
            <pc:docMk/>
            <pc:sldMk cId="3249955040" sldId="268"/>
            <ac:spMk id="5" creationId="{4A3E83BE-C69D-1755-EC60-076D3F821890}"/>
          </ac:spMkLst>
        </pc:spChg>
        <pc:picChg chg="add mod">
          <ac:chgData name="Kenzi Lamberto" userId="58c23fe3-8264-483d-98d7-ce818ea11a2f" providerId="ADAL" clId="{F30BEFE1-B199-43B4-A338-8694A7DBFE66}" dt="2026-04-12T14:18:54.122" v="1237" actId="14100"/>
          <ac:picMkLst>
            <pc:docMk/>
            <pc:sldMk cId="3249955040" sldId="268"/>
            <ac:picMk id="6" creationId="{1F25EE5C-AEAF-0A6E-664D-B4B46A7C2EA2}"/>
          </ac:picMkLst>
        </pc:picChg>
      </pc:sldChg>
      <pc:sldChg chg="del">
        <pc:chgData name="Kenzi Lamberto" userId="58c23fe3-8264-483d-98d7-ce818ea11a2f" providerId="ADAL" clId="{F30BEFE1-B199-43B4-A338-8694A7DBFE66}" dt="2026-04-30T16:18:45.564" v="3584" actId="47"/>
        <pc:sldMkLst>
          <pc:docMk/>
          <pc:sldMk cId="1225855346" sldId="269"/>
        </pc:sldMkLst>
      </pc:sldChg>
      <pc:sldChg chg="del">
        <pc:chgData name="Kenzi Lamberto" userId="58c23fe3-8264-483d-98d7-ce818ea11a2f" providerId="ADAL" clId="{F30BEFE1-B199-43B4-A338-8694A7DBFE66}" dt="2026-04-30T16:18:45.564" v="3584" actId="47"/>
        <pc:sldMkLst>
          <pc:docMk/>
          <pc:sldMk cId="1919490648" sldId="270"/>
        </pc:sldMkLst>
      </pc:sldChg>
      <pc:sldChg chg="del">
        <pc:chgData name="Kenzi Lamberto" userId="58c23fe3-8264-483d-98d7-ce818ea11a2f" providerId="ADAL" clId="{F30BEFE1-B199-43B4-A338-8694A7DBFE66}" dt="2026-04-30T16:18:45.564" v="3584" actId="47"/>
        <pc:sldMkLst>
          <pc:docMk/>
          <pc:sldMk cId="3203389566" sldId="271"/>
        </pc:sldMkLst>
      </pc:sldChg>
      <pc:sldChg chg="del">
        <pc:chgData name="Kenzi Lamberto" userId="58c23fe3-8264-483d-98d7-ce818ea11a2f" providerId="ADAL" clId="{F30BEFE1-B199-43B4-A338-8694A7DBFE66}" dt="2026-04-30T16:18:45.564" v="3584" actId="47"/>
        <pc:sldMkLst>
          <pc:docMk/>
          <pc:sldMk cId="4236230168" sldId="272"/>
        </pc:sldMkLst>
      </pc:sldChg>
      <pc:sldChg chg="del">
        <pc:chgData name="Kenzi Lamberto" userId="58c23fe3-8264-483d-98d7-ce818ea11a2f" providerId="ADAL" clId="{F30BEFE1-B199-43B4-A338-8694A7DBFE66}" dt="2026-04-30T16:18:45.564" v="3584" actId="47"/>
        <pc:sldMkLst>
          <pc:docMk/>
          <pc:sldMk cId="1724772965" sldId="273"/>
        </pc:sldMkLst>
      </pc:sldChg>
      <pc:sldChg chg="del">
        <pc:chgData name="Kenzi Lamberto" userId="58c23fe3-8264-483d-98d7-ce818ea11a2f" providerId="ADAL" clId="{F30BEFE1-B199-43B4-A338-8694A7DBFE66}" dt="2026-04-30T16:18:45.564" v="3584" actId="47"/>
        <pc:sldMkLst>
          <pc:docMk/>
          <pc:sldMk cId="909181392" sldId="274"/>
        </pc:sldMkLst>
      </pc:sldChg>
      <pc:sldChg chg="add del ord">
        <pc:chgData name="Kenzi Lamberto" userId="58c23fe3-8264-483d-98d7-ce818ea11a2f" providerId="ADAL" clId="{F30BEFE1-B199-43B4-A338-8694A7DBFE66}" dt="2026-04-30T16:18:45.564" v="3584" actId="47"/>
        <pc:sldMkLst>
          <pc:docMk/>
          <pc:sldMk cId="1709594293" sldId="275"/>
        </pc:sldMkLst>
      </pc:sldChg>
      <pc:sldChg chg="addSp delSp modSp add del mod ord delAnim">
        <pc:chgData name="Kenzi Lamberto" userId="58c23fe3-8264-483d-98d7-ce818ea11a2f" providerId="ADAL" clId="{F30BEFE1-B199-43B4-A338-8694A7DBFE66}" dt="2026-04-30T16:18:42.839" v="3583" actId="47"/>
        <pc:sldMkLst>
          <pc:docMk/>
          <pc:sldMk cId="803758711" sldId="276"/>
        </pc:sldMkLst>
        <pc:spChg chg="add mod">
          <ac:chgData name="Kenzi Lamberto" userId="58c23fe3-8264-483d-98d7-ce818ea11a2f" providerId="ADAL" clId="{F30BEFE1-B199-43B4-A338-8694A7DBFE66}" dt="2026-04-12T23:27:51.690" v="1457" actId="1076"/>
          <ac:spMkLst>
            <pc:docMk/>
            <pc:sldMk cId="803758711" sldId="276"/>
            <ac:spMk id="9" creationId="{FCF41D8E-77FC-1067-6AA1-A89FC6553411}"/>
          </ac:spMkLst>
        </pc:spChg>
        <pc:spChg chg="add mod">
          <ac:chgData name="Kenzi Lamberto" userId="58c23fe3-8264-483d-98d7-ce818ea11a2f" providerId="ADAL" clId="{F30BEFE1-B199-43B4-A338-8694A7DBFE66}" dt="2026-04-12T23:29:09.315" v="1484" actId="20577"/>
          <ac:spMkLst>
            <pc:docMk/>
            <pc:sldMk cId="803758711" sldId="276"/>
            <ac:spMk id="10" creationId="{B793A5E1-CF33-F79D-5E74-B6A027086294}"/>
          </ac:spMkLst>
        </pc:spChg>
        <pc:picChg chg="add mod">
          <ac:chgData name="Kenzi Lamberto" userId="58c23fe3-8264-483d-98d7-ce818ea11a2f" providerId="ADAL" clId="{F30BEFE1-B199-43B4-A338-8694A7DBFE66}" dt="2026-04-12T23:24:42.551" v="1452" actId="1076"/>
          <ac:picMkLst>
            <pc:docMk/>
            <pc:sldMk cId="803758711" sldId="276"/>
            <ac:picMk id="1026" creationId="{EDCA72E6-EF36-F0D2-7354-A5DAF6755A17}"/>
          </ac:picMkLst>
        </pc:picChg>
        <pc:picChg chg="add mod">
          <ac:chgData name="Kenzi Lamberto" userId="58c23fe3-8264-483d-98d7-ce818ea11a2f" providerId="ADAL" clId="{F30BEFE1-B199-43B4-A338-8694A7DBFE66}" dt="2026-04-12T23:27:28.966" v="1455" actId="1076"/>
          <ac:picMkLst>
            <pc:docMk/>
            <pc:sldMk cId="803758711" sldId="276"/>
            <ac:picMk id="1028" creationId="{ABA8C279-E99F-B713-D564-FD2565522E12}"/>
          </ac:picMkLst>
        </pc:picChg>
      </pc:sldChg>
      <pc:sldChg chg="modSp new mod ord">
        <pc:chgData name="Kenzi Lamberto" userId="58c23fe3-8264-483d-98d7-ce818ea11a2f" providerId="ADAL" clId="{F30BEFE1-B199-43B4-A338-8694A7DBFE66}" dt="2026-04-30T12:12:06.557" v="1602" actId="20577"/>
        <pc:sldMkLst>
          <pc:docMk/>
          <pc:sldMk cId="4017712885" sldId="277"/>
        </pc:sldMkLst>
        <pc:spChg chg="mod">
          <ac:chgData name="Kenzi Lamberto" userId="58c23fe3-8264-483d-98d7-ce818ea11a2f" providerId="ADAL" clId="{F30BEFE1-B199-43B4-A338-8694A7DBFE66}" dt="2026-04-30T12:11:22.544" v="1537" actId="20577"/>
          <ac:spMkLst>
            <pc:docMk/>
            <pc:sldMk cId="4017712885" sldId="277"/>
            <ac:spMk id="2" creationId="{EF96FA71-2AA6-35AD-A2FB-71FFA6C1EFD7}"/>
          </ac:spMkLst>
        </pc:spChg>
        <pc:spChg chg="mod">
          <ac:chgData name="Kenzi Lamberto" userId="58c23fe3-8264-483d-98d7-ce818ea11a2f" providerId="ADAL" clId="{F30BEFE1-B199-43B4-A338-8694A7DBFE66}" dt="2026-04-30T12:12:06.557" v="1602" actId="20577"/>
          <ac:spMkLst>
            <pc:docMk/>
            <pc:sldMk cId="4017712885" sldId="277"/>
            <ac:spMk id="3" creationId="{5A44CA42-D763-F4B4-E93B-E8A7982410D5}"/>
          </ac:spMkLst>
        </pc:spChg>
      </pc:sldChg>
      <pc:sldChg chg="addSp modSp add mod">
        <pc:chgData name="Kenzi Lamberto" userId="58c23fe3-8264-483d-98d7-ce818ea11a2f" providerId="ADAL" clId="{F30BEFE1-B199-43B4-A338-8694A7DBFE66}" dt="2026-04-30T12:17:07.496" v="1626" actId="114"/>
        <pc:sldMkLst>
          <pc:docMk/>
          <pc:sldMk cId="2383830162" sldId="278"/>
        </pc:sldMkLst>
        <pc:spChg chg="add mod">
          <ac:chgData name="Kenzi Lamberto" userId="58c23fe3-8264-483d-98d7-ce818ea11a2f" providerId="ADAL" clId="{F30BEFE1-B199-43B4-A338-8694A7DBFE66}" dt="2026-04-30T12:16:42.966" v="1608" actId="1582"/>
          <ac:spMkLst>
            <pc:docMk/>
            <pc:sldMk cId="2383830162" sldId="278"/>
            <ac:spMk id="2" creationId="{805833D4-8CCB-9C16-43B1-7A7DCAA79885}"/>
          </ac:spMkLst>
        </pc:spChg>
        <pc:spChg chg="add mod">
          <ac:chgData name="Kenzi Lamberto" userId="58c23fe3-8264-483d-98d7-ce818ea11a2f" providerId="ADAL" clId="{F30BEFE1-B199-43B4-A338-8694A7DBFE66}" dt="2026-04-30T12:17:07.496" v="1626" actId="114"/>
          <ac:spMkLst>
            <pc:docMk/>
            <pc:sldMk cId="2383830162" sldId="278"/>
            <ac:spMk id="3" creationId="{2D71730C-259C-9F6E-233B-026C8615954A}"/>
          </ac:spMkLst>
        </pc:spChg>
      </pc:sldChg>
      <pc:sldChg chg="addSp delSp modSp new mod modNotesTx">
        <pc:chgData name="Kenzi Lamberto" userId="58c23fe3-8264-483d-98d7-ce818ea11a2f" providerId="ADAL" clId="{F30BEFE1-B199-43B4-A338-8694A7DBFE66}" dt="2026-04-30T12:48:07.964" v="2050" actId="14100"/>
        <pc:sldMkLst>
          <pc:docMk/>
          <pc:sldMk cId="3221112389" sldId="279"/>
        </pc:sldMkLst>
        <pc:spChg chg="del mod">
          <ac:chgData name="Kenzi Lamberto" userId="58c23fe3-8264-483d-98d7-ce818ea11a2f" providerId="ADAL" clId="{F30BEFE1-B199-43B4-A338-8694A7DBFE66}" dt="2026-04-30T12:21:16.572" v="1635" actId="478"/>
          <ac:spMkLst>
            <pc:docMk/>
            <pc:sldMk cId="3221112389" sldId="279"/>
            <ac:spMk id="2" creationId="{48B299FA-FE0A-7D9D-2899-5C013661B841}"/>
          </ac:spMkLst>
        </pc:spChg>
        <pc:spChg chg="del mod">
          <ac:chgData name="Kenzi Lamberto" userId="58c23fe3-8264-483d-98d7-ce818ea11a2f" providerId="ADAL" clId="{F30BEFE1-B199-43B4-A338-8694A7DBFE66}" dt="2026-04-30T12:21:14.036" v="1634" actId="478"/>
          <ac:spMkLst>
            <pc:docMk/>
            <pc:sldMk cId="3221112389" sldId="279"/>
            <ac:spMk id="3" creationId="{AF41D1F3-D332-D4B0-C94C-8A19E0DD2106}"/>
          </ac:spMkLst>
        </pc:spChg>
        <pc:spChg chg="mod">
          <ac:chgData name="Kenzi Lamberto" userId="58c23fe3-8264-483d-98d7-ce818ea11a2f" providerId="ADAL" clId="{F30BEFE1-B199-43B4-A338-8694A7DBFE66}" dt="2026-04-30T12:21:03.754" v="1632"/>
          <ac:spMkLst>
            <pc:docMk/>
            <pc:sldMk cId="3221112389" sldId="279"/>
            <ac:spMk id="5" creationId="{E50E8434-FD5C-58BA-150A-ABD289D6799C}"/>
          </ac:spMkLst>
        </pc:spChg>
        <pc:spChg chg="mod">
          <ac:chgData name="Kenzi Lamberto" userId="58c23fe3-8264-483d-98d7-ce818ea11a2f" providerId="ADAL" clId="{F30BEFE1-B199-43B4-A338-8694A7DBFE66}" dt="2026-04-30T12:21:03.754" v="1632"/>
          <ac:spMkLst>
            <pc:docMk/>
            <pc:sldMk cId="3221112389" sldId="279"/>
            <ac:spMk id="6" creationId="{7CCB84A0-661C-DF62-1394-DE7263A1E7FA}"/>
          </ac:spMkLst>
        </pc:spChg>
        <pc:spChg chg="add mod">
          <ac:chgData name="Kenzi Lamberto" userId="58c23fe3-8264-483d-98d7-ce818ea11a2f" providerId="ADAL" clId="{F30BEFE1-B199-43B4-A338-8694A7DBFE66}" dt="2026-04-30T12:48:07.964" v="2050" actId="14100"/>
          <ac:spMkLst>
            <pc:docMk/>
            <pc:sldMk cId="3221112389" sldId="279"/>
            <ac:spMk id="7" creationId="{E28224CC-DBF2-30B3-3F30-F35EAD985C27}"/>
          </ac:spMkLst>
        </pc:spChg>
        <pc:spChg chg="add mod">
          <ac:chgData name="Kenzi Lamberto" userId="58c23fe3-8264-483d-98d7-ce818ea11a2f" providerId="ADAL" clId="{F30BEFE1-B199-43B4-A338-8694A7DBFE66}" dt="2026-04-30T12:25:58.763" v="1732" actId="20577"/>
          <ac:spMkLst>
            <pc:docMk/>
            <pc:sldMk cId="3221112389" sldId="279"/>
            <ac:spMk id="8" creationId="{821C2EA0-B55D-8045-2344-649AB80C5CA1}"/>
          </ac:spMkLst>
        </pc:spChg>
        <pc:spChg chg="add mod">
          <ac:chgData name="Kenzi Lamberto" userId="58c23fe3-8264-483d-98d7-ce818ea11a2f" providerId="ADAL" clId="{F30BEFE1-B199-43B4-A338-8694A7DBFE66}" dt="2026-04-30T12:48:03.460" v="2049" actId="20577"/>
          <ac:spMkLst>
            <pc:docMk/>
            <pc:sldMk cId="3221112389" sldId="279"/>
            <ac:spMk id="9" creationId="{9E4EBE60-DBEE-7E9C-F0A7-80CAD534FAF6}"/>
          </ac:spMkLst>
        </pc:spChg>
        <pc:spChg chg="add mod">
          <ac:chgData name="Kenzi Lamberto" userId="58c23fe3-8264-483d-98d7-ce818ea11a2f" providerId="ADAL" clId="{F30BEFE1-B199-43B4-A338-8694A7DBFE66}" dt="2026-04-30T12:21:03.754" v="1632"/>
          <ac:spMkLst>
            <pc:docMk/>
            <pc:sldMk cId="3221112389" sldId="279"/>
            <ac:spMk id="12" creationId="{5BC0A4F3-6B4C-A661-5CD0-AEFED9736571}"/>
          </ac:spMkLst>
        </pc:spChg>
        <pc:spChg chg="add mod">
          <ac:chgData name="Kenzi Lamberto" userId="58c23fe3-8264-483d-98d7-ce818ea11a2f" providerId="ADAL" clId="{F30BEFE1-B199-43B4-A338-8694A7DBFE66}" dt="2026-04-30T12:38:21.016" v="1975" actId="1076"/>
          <ac:spMkLst>
            <pc:docMk/>
            <pc:sldMk cId="3221112389" sldId="279"/>
            <ac:spMk id="13" creationId="{990B5E89-0B63-7787-4976-594934E99AD5}"/>
          </ac:spMkLst>
        </pc:spChg>
        <pc:spChg chg="add mod">
          <ac:chgData name="Kenzi Lamberto" userId="58c23fe3-8264-483d-98d7-ce818ea11a2f" providerId="ADAL" clId="{F30BEFE1-B199-43B4-A338-8694A7DBFE66}" dt="2026-04-30T12:26:52.395" v="1757" actId="20577"/>
          <ac:spMkLst>
            <pc:docMk/>
            <pc:sldMk cId="3221112389" sldId="279"/>
            <ac:spMk id="14" creationId="{A43ACE57-746D-FCDA-638B-603FAC760D4E}"/>
          </ac:spMkLst>
        </pc:spChg>
        <pc:spChg chg="add mod">
          <ac:chgData name="Kenzi Lamberto" userId="58c23fe3-8264-483d-98d7-ce818ea11a2f" providerId="ADAL" clId="{F30BEFE1-B199-43B4-A338-8694A7DBFE66}" dt="2026-04-30T12:26:48.802" v="1751" actId="20577"/>
          <ac:spMkLst>
            <pc:docMk/>
            <pc:sldMk cId="3221112389" sldId="279"/>
            <ac:spMk id="15" creationId="{FA45A427-4038-07B8-AFAE-9D96C6A31687}"/>
          </ac:spMkLst>
        </pc:spChg>
        <pc:spChg chg="add mod">
          <ac:chgData name="Kenzi Lamberto" userId="58c23fe3-8264-483d-98d7-ce818ea11a2f" providerId="ADAL" clId="{F30BEFE1-B199-43B4-A338-8694A7DBFE66}" dt="2026-04-30T12:38:16.886" v="1974" actId="1076"/>
          <ac:spMkLst>
            <pc:docMk/>
            <pc:sldMk cId="3221112389" sldId="279"/>
            <ac:spMk id="16" creationId="{663F731C-01CA-2085-C7BB-E9F5B65D90DC}"/>
          </ac:spMkLst>
        </pc:spChg>
        <pc:grpChg chg="add del mod">
          <ac:chgData name="Kenzi Lamberto" userId="58c23fe3-8264-483d-98d7-ce818ea11a2f" providerId="ADAL" clId="{F30BEFE1-B199-43B4-A338-8694A7DBFE66}" dt="2026-04-30T12:21:09.052" v="1633" actId="478"/>
          <ac:grpSpMkLst>
            <pc:docMk/>
            <pc:sldMk cId="3221112389" sldId="279"/>
            <ac:grpSpMk id="4" creationId="{D485ADAB-ABCB-2C10-50FB-C1AFB5478B1C}"/>
          </ac:grpSpMkLst>
        </pc:grpChg>
        <pc:picChg chg="add mod">
          <ac:chgData name="Kenzi Lamberto" userId="58c23fe3-8264-483d-98d7-ce818ea11a2f" providerId="ADAL" clId="{F30BEFE1-B199-43B4-A338-8694A7DBFE66}" dt="2026-04-30T12:21:03.754" v="1632"/>
          <ac:picMkLst>
            <pc:docMk/>
            <pc:sldMk cId="3221112389" sldId="279"/>
            <ac:picMk id="10" creationId="{2CAE6F7C-55FD-54BB-8817-75532F423F05}"/>
          </ac:picMkLst>
        </pc:picChg>
        <pc:picChg chg="add mod">
          <ac:chgData name="Kenzi Lamberto" userId="58c23fe3-8264-483d-98d7-ce818ea11a2f" providerId="ADAL" clId="{F30BEFE1-B199-43B4-A338-8694A7DBFE66}" dt="2026-04-30T12:21:03.754" v="1632"/>
          <ac:picMkLst>
            <pc:docMk/>
            <pc:sldMk cId="3221112389" sldId="279"/>
            <ac:picMk id="11" creationId="{10493DF2-3A74-6B42-5934-C930A6AB1E1B}"/>
          </ac:picMkLst>
        </pc:picChg>
      </pc:sldChg>
      <pc:sldChg chg="addSp modSp new mod">
        <pc:chgData name="Kenzi Lamberto" userId="58c23fe3-8264-483d-98d7-ce818ea11a2f" providerId="ADAL" clId="{F30BEFE1-B199-43B4-A338-8694A7DBFE66}" dt="2026-04-30T14:20:27.934" v="2741"/>
        <pc:sldMkLst>
          <pc:docMk/>
          <pc:sldMk cId="2622967768" sldId="280"/>
        </pc:sldMkLst>
        <pc:spChg chg="mod">
          <ac:chgData name="Kenzi Lamberto" userId="58c23fe3-8264-483d-98d7-ce818ea11a2f" providerId="ADAL" clId="{F30BEFE1-B199-43B4-A338-8694A7DBFE66}" dt="2026-04-30T14:20:27.934" v="2741"/>
          <ac:spMkLst>
            <pc:docMk/>
            <pc:sldMk cId="2622967768" sldId="280"/>
            <ac:spMk id="2" creationId="{EDD3B700-8203-78A1-23B4-822ABFEAA081}"/>
          </ac:spMkLst>
        </pc:spChg>
        <pc:spChg chg="mod">
          <ac:chgData name="Kenzi Lamberto" userId="58c23fe3-8264-483d-98d7-ce818ea11a2f" providerId="ADAL" clId="{F30BEFE1-B199-43B4-A338-8694A7DBFE66}" dt="2026-04-30T12:43:41.125" v="2004" actId="14100"/>
          <ac:spMkLst>
            <pc:docMk/>
            <pc:sldMk cId="2622967768" sldId="280"/>
            <ac:spMk id="3" creationId="{8206D6E3-5F53-35B6-3BF6-0455690469F5}"/>
          </ac:spMkLst>
        </pc:spChg>
        <pc:picChg chg="add mod">
          <ac:chgData name="Kenzi Lamberto" userId="58c23fe3-8264-483d-98d7-ce818ea11a2f" providerId="ADAL" clId="{F30BEFE1-B199-43B4-A338-8694A7DBFE66}" dt="2026-04-30T12:43:35.201" v="2003" actId="1076"/>
          <ac:picMkLst>
            <pc:docMk/>
            <pc:sldMk cId="2622967768" sldId="280"/>
            <ac:picMk id="5" creationId="{CC6A3B09-A97F-1A96-D583-48B11B985581}"/>
          </ac:picMkLst>
        </pc:picChg>
      </pc:sldChg>
      <pc:sldChg chg="add del">
        <pc:chgData name="Kenzi Lamberto" userId="58c23fe3-8264-483d-98d7-ce818ea11a2f" providerId="ADAL" clId="{F30BEFE1-B199-43B4-A338-8694A7DBFE66}" dt="2026-04-30T12:20:54.326" v="1631"/>
        <pc:sldMkLst>
          <pc:docMk/>
          <pc:sldMk cId="2834003535" sldId="280"/>
        </pc:sldMkLst>
      </pc:sldChg>
      <pc:sldChg chg="addSp delSp modSp add mod">
        <pc:chgData name="Kenzi Lamberto" userId="58c23fe3-8264-483d-98d7-ce818ea11a2f" providerId="ADAL" clId="{F30BEFE1-B199-43B4-A338-8694A7DBFE66}" dt="2026-04-30T13:24:47.267" v="2480" actId="1037"/>
        <pc:sldMkLst>
          <pc:docMk/>
          <pc:sldMk cId="2995236507" sldId="281"/>
        </pc:sldMkLst>
        <pc:spChg chg="mod">
          <ac:chgData name="Kenzi Lamberto" userId="58c23fe3-8264-483d-98d7-ce818ea11a2f" providerId="ADAL" clId="{F30BEFE1-B199-43B4-A338-8694A7DBFE66}" dt="2026-04-30T13:18:34.811" v="2457" actId="1036"/>
          <ac:spMkLst>
            <pc:docMk/>
            <pc:sldMk cId="2995236507" sldId="281"/>
            <ac:spMk id="3" creationId="{1EC28480-8A8C-20D2-8D91-4A6E4DBED6AF}"/>
          </ac:spMkLst>
        </pc:spChg>
        <pc:spChg chg="add mod">
          <ac:chgData name="Kenzi Lamberto" userId="58c23fe3-8264-483d-98d7-ce818ea11a2f" providerId="ADAL" clId="{F30BEFE1-B199-43B4-A338-8694A7DBFE66}" dt="2026-04-30T13:23:48.488" v="2465" actId="27636"/>
          <ac:spMkLst>
            <pc:docMk/>
            <pc:sldMk cId="2995236507" sldId="281"/>
            <ac:spMk id="6" creationId="{1A3831DD-D655-DCCC-07FB-B06BAEA12B1F}"/>
          </ac:spMkLst>
        </pc:spChg>
        <pc:spChg chg="add mod">
          <ac:chgData name="Kenzi Lamberto" userId="58c23fe3-8264-483d-98d7-ce818ea11a2f" providerId="ADAL" clId="{F30BEFE1-B199-43B4-A338-8694A7DBFE66}" dt="2026-04-30T13:23:48.489" v="2466" actId="27636"/>
          <ac:spMkLst>
            <pc:docMk/>
            <pc:sldMk cId="2995236507" sldId="281"/>
            <ac:spMk id="7" creationId="{BD79F544-3FC2-36CF-BD55-C40E06D2CCA1}"/>
          </ac:spMkLst>
        </pc:spChg>
        <pc:grpChg chg="add mod">
          <ac:chgData name="Kenzi Lamberto" userId="58c23fe3-8264-483d-98d7-ce818ea11a2f" providerId="ADAL" clId="{F30BEFE1-B199-43B4-A338-8694A7DBFE66}" dt="2026-04-30T13:23:38.681" v="2460" actId="1076"/>
          <ac:grpSpMkLst>
            <pc:docMk/>
            <pc:sldMk cId="2995236507" sldId="281"/>
            <ac:grpSpMk id="8" creationId="{37F03623-D20D-DF40-80FF-CFBB13D15916}"/>
          </ac:grpSpMkLst>
        </pc:grpChg>
        <pc:picChg chg="add mod modCrop">
          <ac:chgData name="Kenzi Lamberto" userId="58c23fe3-8264-483d-98d7-ce818ea11a2f" providerId="ADAL" clId="{F30BEFE1-B199-43B4-A338-8694A7DBFE66}" dt="2026-04-30T13:11:52.412" v="2229" actId="164"/>
          <ac:picMkLst>
            <pc:docMk/>
            <pc:sldMk cId="2995236507" sldId="281"/>
            <ac:picMk id="4" creationId="{DF77062A-895C-9323-75EE-943D160D7F61}"/>
          </ac:picMkLst>
        </pc:picChg>
        <pc:picChg chg="del">
          <ac:chgData name="Kenzi Lamberto" userId="58c23fe3-8264-483d-98d7-ce818ea11a2f" providerId="ADAL" clId="{F30BEFE1-B199-43B4-A338-8694A7DBFE66}" dt="2026-04-30T12:44:06.253" v="2006" actId="478"/>
          <ac:picMkLst>
            <pc:docMk/>
            <pc:sldMk cId="2995236507" sldId="281"/>
            <ac:picMk id="5" creationId="{069CC95E-3990-4395-B3F1-FE1D84588112}"/>
          </ac:picMkLst>
        </pc:picChg>
        <pc:picChg chg="add del">
          <ac:chgData name="Kenzi Lamberto" userId="58c23fe3-8264-483d-98d7-ce818ea11a2f" providerId="ADAL" clId="{F30BEFE1-B199-43B4-A338-8694A7DBFE66}" dt="2026-04-30T13:23:44.387" v="2462" actId="22"/>
          <ac:picMkLst>
            <pc:docMk/>
            <pc:sldMk cId="2995236507" sldId="281"/>
            <ac:picMk id="10" creationId="{5F3874B9-FC64-ABA9-D491-5357D9C3F291}"/>
          </ac:picMkLst>
        </pc:picChg>
        <pc:picChg chg="add mod modCrop">
          <ac:chgData name="Kenzi Lamberto" userId="58c23fe3-8264-483d-98d7-ce818ea11a2f" providerId="ADAL" clId="{F30BEFE1-B199-43B4-A338-8694A7DBFE66}" dt="2026-04-30T13:24:47.267" v="2480" actId="1037"/>
          <ac:picMkLst>
            <pc:docMk/>
            <pc:sldMk cId="2995236507" sldId="281"/>
            <ac:picMk id="12" creationId="{63392F8B-21AB-0A9F-22F3-3AFB17AFA3E8}"/>
          </ac:picMkLst>
        </pc:picChg>
        <pc:picChg chg="add mod modCrop">
          <ac:chgData name="Kenzi Lamberto" userId="58c23fe3-8264-483d-98d7-ce818ea11a2f" providerId="ADAL" clId="{F30BEFE1-B199-43B4-A338-8694A7DBFE66}" dt="2026-04-30T13:24:47.267" v="2480" actId="1037"/>
          <ac:picMkLst>
            <pc:docMk/>
            <pc:sldMk cId="2995236507" sldId="281"/>
            <ac:picMk id="13" creationId="{5C84EB70-ED34-221A-0647-7D577686DEFB}"/>
          </ac:picMkLst>
        </pc:picChg>
      </pc:sldChg>
      <pc:sldChg chg="addSp modSp add mod">
        <pc:chgData name="Kenzi Lamberto" userId="58c23fe3-8264-483d-98d7-ce818ea11a2f" providerId="ADAL" clId="{F30BEFE1-B199-43B4-A338-8694A7DBFE66}" dt="2026-04-30T13:03:58.577" v="2216" actId="1076"/>
        <pc:sldMkLst>
          <pc:docMk/>
          <pc:sldMk cId="2741605295" sldId="282"/>
        </pc:sldMkLst>
        <pc:spChg chg="mod">
          <ac:chgData name="Kenzi Lamberto" userId="58c23fe3-8264-483d-98d7-ce818ea11a2f" providerId="ADAL" clId="{F30BEFE1-B199-43B4-A338-8694A7DBFE66}" dt="2026-04-30T13:03:26.560" v="2170" actId="20577"/>
          <ac:spMkLst>
            <pc:docMk/>
            <pc:sldMk cId="2741605295" sldId="282"/>
            <ac:spMk id="3" creationId="{105E5601-FFA9-AAB6-2A27-761E1F74CEF1}"/>
          </ac:spMkLst>
        </pc:spChg>
        <pc:spChg chg="add mod">
          <ac:chgData name="Kenzi Lamberto" userId="58c23fe3-8264-483d-98d7-ce818ea11a2f" providerId="ADAL" clId="{F30BEFE1-B199-43B4-A338-8694A7DBFE66}" dt="2026-04-30T12:58:49.407" v="2074" actId="1076"/>
          <ac:spMkLst>
            <pc:docMk/>
            <pc:sldMk cId="2741605295" sldId="282"/>
            <ac:spMk id="6" creationId="{A53B2BD7-E811-118A-1A28-FCD36D02713E}"/>
          </ac:spMkLst>
        </pc:spChg>
        <pc:spChg chg="add mod">
          <ac:chgData name="Kenzi Lamberto" userId="58c23fe3-8264-483d-98d7-ce818ea11a2f" providerId="ADAL" clId="{F30BEFE1-B199-43B4-A338-8694A7DBFE66}" dt="2026-04-30T13:03:36.831" v="2174" actId="1076"/>
          <ac:spMkLst>
            <pc:docMk/>
            <pc:sldMk cId="2741605295" sldId="282"/>
            <ac:spMk id="7" creationId="{4D3D0F72-FB5C-96B8-BD75-8740BA206931}"/>
          </ac:spMkLst>
        </pc:spChg>
        <pc:spChg chg="add mod">
          <ac:chgData name="Kenzi Lamberto" userId="58c23fe3-8264-483d-98d7-ce818ea11a2f" providerId="ADAL" clId="{F30BEFE1-B199-43B4-A338-8694A7DBFE66}" dt="2026-04-30T13:03:58.577" v="2216" actId="1076"/>
          <ac:spMkLst>
            <pc:docMk/>
            <pc:sldMk cId="2741605295" sldId="282"/>
            <ac:spMk id="8" creationId="{CABAB0E3-CA7F-4C98-B2F4-9EA730AFB61C}"/>
          </ac:spMkLst>
        </pc:spChg>
        <pc:picChg chg="add mod modCrop">
          <ac:chgData name="Kenzi Lamberto" userId="58c23fe3-8264-483d-98d7-ce818ea11a2f" providerId="ADAL" clId="{F30BEFE1-B199-43B4-A338-8694A7DBFE66}" dt="2026-04-30T12:57:04.432" v="2064" actId="1076"/>
          <ac:picMkLst>
            <pc:docMk/>
            <pc:sldMk cId="2741605295" sldId="282"/>
            <ac:picMk id="4" creationId="{F5D8C6DA-9FB5-BA84-EF9E-20FD6318779C}"/>
          </ac:picMkLst>
        </pc:picChg>
        <pc:picChg chg="mod modCrop">
          <ac:chgData name="Kenzi Lamberto" userId="58c23fe3-8264-483d-98d7-ce818ea11a2f" providerId="ADAL" clId="{F30BEFE1-B199-43B4-A338-8694A7DBFE66}" dt="2026-04-30T12:56:51.257" v="2061" actId="14100"/>
          <ac:picMkLst>
            <pc:docMk/>
            <pc:sldMk cId="2741605295" sldId="282"/>
            <ac:picMk id="5" creationId="{9D920F18-83A1-FA30-A3F2-7970C5101F3C}"/>
          </ac:picMkLst>
        </pc:picChg>
      </pc:sldChg>
      <pc:sldChg chg="addSp delSp modSp add mod">
        <pc:chgData name="Kenzi Lamberto" userId="58c23fe3-8264-483d-98d7-ce818ea11a2f" providerId="ADAL" clId="{F30BEFE1-B199-43B4-A338-8694A7DBFE66}" dt="2026-04-30T14:16:41.735" v="2738" actId="20577"/>
        <pc:sldMkLst>
          <pc:docMk/>
          <pc:sldMk cId="86651835" sldId="283"/>
        </pc:sldMkLst>
        <pc:spChg chg="mod">
          <ac:chgData name="Kenzi Lamberto" userId="58c23fe3-8264-483d-98d7-ce818ea11a2f" providerId="ADAL" clId="{F30BEFE1-B199-43B4-A338-8694A7DBFE66}" dt="2026-04-30T14:16:41.735" v="2738" actId="20577"/>
          <ac:spMkLst>
            <pc:docMk/>
            <pc:sldMk cId="86651835" sldId="283"/>
            <ac:spMk id="3" creationId="{70C88AD1-CA49-89D4-6360-B90A6953E946}"/>
          </ac:spMkLst>
        </pc:spChg>
        <pc:grpChg chg="del">
          <ac:chgData name="Kenzi Lamberto" userId="58c23fe3-8264-483d-98d7-ce818ea11a2f" providerId="ADAL" clId="{F30BEFE1-B199-43B4-A338-8694A7DBFE66}" dt="2026-04-30T13:25:39.993" v="2482" actId="478"/>
          <ac:grpSpMkLst>
            <pc:docMk/>
            <pc:sldMk cId="86651835" sldId="283"/>
            <ac:grpSpMk id="8" creationId="{2848F366-70EF-DBFA-886F-CA339260C8CB}"/>
          </ac:grpSpMkLst>
        </pc:grpChg>
        <pc:picChg chg="add mod">
          <ac:chgData name="Kenzi Lamberto" userId="58c23fe3-8264-483d-98d7-ce818ea11a2f" providerId="ADAL" clId="{F30BEFE1-B199-43B4-A338-8694A7DBFE66}" dt="2026-04-30T13:25:49.254" v="2486" actId="1076"/>
          <ac:picMkLst>
            <pc:docMk/>
            <pc:sldMk cId="86651835" sldId="283"/>
            <ac:picMk id="9" creationId="{018A982C-4217-32FB-58EE-AFDF8BCF5E2A}"/>
          </ac:picMkLst>
        </pc:picChg>
        <pc:picChg chg="del">
          <ac:chgData name="Kenzi Lamberto" userId="58c23fe3-8264-483d-98d7-ce818ea11a2f" providerId="ADAL" clId="{F30BEFE1-B199-43B4-A338-8694A7DBFE66}" dt="2026-04-30T13:25:41.164" v="2483" actId="478"/>
          <ac:picMkLst>
            <pc:docMk/>
            <pc:sldMk cId="86651835" sldId="283"/>
            <ac:picMk id="12" creationId="{E4B08F24-09B6-B704-06A5-0DE30140172D}"/>
          </ac:picMkLst>
        </pc:picChg>
        <pc:picChg chg="del">
          <ac:chgData name="Kenzi Lamberto" userId="58c23fe3-8264-483d-98d7-ce818ea11a2f" providerId="ADAL" clId="{F30BEFE1-B199-43B4-A338-8694A7DBFE66}" dt="2026-04-30T13:25:42.604" v="2484" actId="478"/>
          <ac:picMkLst>
            <pc:docMk/>
            <pc:sldMk cId="86651835" sldId="283"/>
            <ac:picMk id="13" creationId="{33DDD592-3806-FF4A-5F62-026CE5039921}"/>
          </ac:picMkLst>
        </pc:picChg>
      </pc:sldChg>
      <pc:sldChg chg="addSp delSp modSp add mod ord">
        <pc:chgData name="Kenzi Lamberto" userId="58c23fe3-8264-483d-98d7-ce818ea11a2f" providerId="ADAL" clId="{F30BEFE1-B199-43B4-A338-8694A7DBFE66}" dt="2026-04-30T14:39:26.089" v="3063" actId="1035"/>
        <pc:sldMkLst>
          <pc:docMk/>
          <pc:sldMk cId="3076759944" sldId="284"/>
        </pc:sldMkLst>
        <pc:spChg chg="mod">
          <ac:chgData name="Kenzi Lamberto" userId="58c23fe3-8264-483d-98d7-ce818ea11a2f" providerId="ADAL" clId="{F30BEFE1-B199-43B4-A338-8694A7DBFE66}" dt="2026-04-30T14:39:26.089" v="3063" actId="1035"/>
          <ac:spMkLst>
            <pc:docMk/>
            <pc:sldMk cId="3076759944" sldId="284"/>
            <ac:spMk id="3" creationId="{9B6FFFFF-AEB3-AC0E-C3D0-902E4C95EBF9}"/>
          </ac:spMkLst>
        </pc:spChg>
        <pc:spChg chg="add mod">
          <ac:chgData name="Kenzi Lamberto" userId="58c23fe3-8264-483d-98d7-ce818ea11a2f" providerId="ADAL" clId="{F30BEFE1-B199-43B4-A338-8694A7DBFE66}" dt="2026-04-30T14:39:26.089" v="3063" actId="1035"/>
          <ac:spMkLst>
            <pc:docMk/>
            <pc:sldMk cId="3076759944" sldId="284"/>
            <ac:spMk id="6" creationId="{6A7726BC-92BD-537C-AFFF-5EF26B457F48}"/>
          </ac:spMkLst>
        </pc:spChg>
        <pc:spChg chg="add mod">
          <ac:chgData name="Kenzi Lamberto" userId="58c23fe3-8264-483d-98d7-ce818ea11a2f" providerId="ADAL" clId="{F30BEFE1-B199-43B4-A338-8694A7DBFE66}" dt="2026-04-30T14:39:26.089" v="3063" actId="1035"/>
          <ac:spMkLst>
            <pc:docMk/>
            <pc:sldMk cId="3076759944" sldId="284"/>
            <ac:spMk id="7" creationId="{3A60CB93-8CCA-5588-5FCC-1E2A76CD5B94}"/>
          </ac:spMkLst>
        </pc:spChg>
        <pc:spChg chg="add mod">
          <ac:chgData name="Kenzi Lamberto" userId="58c23fe3-8264-483d-98d7-ce818ea11a2f" providerId="ADAL" clId="{F30BEFE1-B199-43B4-A338-8694A7DBFE66}" dt="2026-04-30T14:39:26.089" v="3063" actId="1035"/>
          <ac:spMkLst>
            <pc:docMk/>
            <pc:sldMk cId="3076759944" sldId="284"/>
            <ac:spMk id="8" creationId="{520B39E5-0B87-E0A9-B01F-42A985DD5BA5}"/>
          </ac:spMkLst>
        </pc:spChg>
        <pc:spChg chg="add mod">
          <ac:chgData name="Kenzi Lamberto" userId="58c23fe3-8264-483d-98d7-ce818ea11a2f" providerId="ADAL" clId="{F30BEFE1-B199-43B4-A338-8694A7DBFE66}" dt="2026-04-30T14:39:26.089" v="3063" actId="1035"/>
          <ac:spMkLst>
            <pc:docMk/>
            <pc:sldMk cId="3076759944" sldId="284"/>
            <ac:spMk id="10" creationId="{B5ADB91E-3E9E-9616-0EC2-99B5121BF801}"/>
          </ac:spMkLst>
        </pc:spChg>
        <pc:spChg chg="add mod">
          <ac:chgData name="Kenzi Lamberto" userId="58c23fe3-8264-483d-98d7-ce818ea11a2f" providerId="ADAL" clId="{F30BEFE1-B199-43B4-A338-8694A7DBFE66}" dt="2026-04-30T14:39:26.089" v="3063" actId="1035"/>
          <ac:spMkLst>
            <pc:docMk/>
            <pc:sldMk cId="3076759944" sldId="284"/>
            <ac:spMk id="11" creationId="{7AC1E088-4DA6-C484-444C-21489EBF62AF}"/>
          </ac:spMkLst>
        </pc:spChg>
        <pc:spChg chg="add mod">
          <ac:chgData name="Kenzi Lamberto" userId="58c23fe3-8264-483d-98d7-ce818ea11a2f" providerId="ADAL" clId="{F30BEFE1-B199-43B4-A338-8694A7DBFE66}" dt="2026-04-30T14:39:26.089" v="3063" actId="1035"/>
          <ac:spMkLst>
            <pc:docMk/>
            <pc:sldMk cId="3076759944" sldId="284"/>
            <ac:spMk id="14" creationId="{4AF6EB65-C734-3AA5-8C61-506ADE2E4202}"/>
          </ac:spMkLst>
        </pc:spChg>
        <pc:picChg chg="add mod">
          <ac:chgData name="Kenzi Lamberto" userId="58c23fe3-8264-483d-98d7-ce818ea11a2f" providerId="ADAL" clId="{F30BEFE1-B199-43B4-A338-8694A7DBFE66}" dt="2026-04-30T14:39:26.089" v="3063" actId="1035"/>
          <ac:picMkLst>
            <pc:docMk/>
            <pc:sldMk cId="3076759944" sldId="284"/>
            <ac:picMk id="5" creationId="{6164D2A0-AA51-977C-E8BD-F966A567C0DC}"/>
          </ac:picMkLst>
        </pc:picChg>
        <pc:picChg chg="del">
          <ac:chgData name="Kenzi Lamberto" userId="58c23fe3-8264-483d-98d7-ce818ea11a2f" providerId="ADAL" clId="{F30BEFE1-B199-43B4-A338-8694A7DBFE66}" dt="2026-04-30T14:26:04.799" v="2743" actId="478"/>
          <ac:picMkLst>
            <pc:docMk/>
            <pc:sldMk cId="3076759944" sldId="284"/>
            <ac:picMk id="9" creationId="{248DD2F2-5FC2-2B99-FACB-A786ADD36134}"/>
          </ac:picMkLst>
        </pc:picChg>
        <pc:cxnChg chg="add mod">
          <ac:chgData name="Kenzi Lamberto" userId="58c23fe3-8264-483d-98d7-ce818ea11a2f" providerId="ADAL" clId="{F30BEFE1-B199-43B4-A338-8694A7DBFE66}" dt="2026-04-30T14:39:26.089" v="3063" actId="1035"/>
          <ac:cxnSpMkLst>
            <pc:docMk/>
            <pc:sldMk cId="3076759944" sldId="284"/>
            <ac:cxnSpMk id="13" creationId="{5F30563C-1AC4-F80D-2B9B-10D495E74CBC}"/>
          </ac:cxnSpMkLst>
        </pc:cxnChg>
      </pc:sldChg>
      <pc:sldChg chg="addSp delSp modSp add mod">
        <pc:chgData name="Kenzi Lamberto" userId="58c23fe3-8264-483d-98d7-ce818ea11a2f" providerId="ADAL" clId="{F30BEFE1-B199-43B4-A338-8694A7DBFE66}" dt="2026-04-30T15:13:05.778" v="3119" actId="1076"/>
        <pc:sldMkLst>
          <pc:docMk/>
          <pc:sldMk cId="1164082491" sldId="285"/>
        </pc:sldMkLst>
        <pc:spChg chg="mod">
          <ac:chgData name="Kenzi Lamberto" userId="58c23fe3-8264-483d-98d7-ce818ea11a2f" providerId="ADAL" clId="{F30BEFE1-B199-43B4-A338-8694A7DBFE66}" dt="2026-04-30T14:41:01.903" v="3092"/>
          <ac:spMkLst>
            <pc:docMk/>
            <pc:sldMk cId="1164082491" sldId="285"/>
            <ac:spMk id="2" creationId="{E070D616-FFE0-4B66-52B7-03BCA2393A9C}"/>
          </ac:spMkLst>
        </pc:spChg>
        <pc:spChg chg="mod">
          <ac:chgData name="Kenzi Lamberto" userId="58c23fe3-8264-483d-98d7-ce818ea11a2f" providerId="ADAL" clId="{F30BEFE1-B199-43B4-A338-8694A7DBFE66}" dt="2026-04-30T15:12:02.340" v="3113" actId="14100"/>
          <ac:spMkLst>
            <pc:docMk/>
            <pc:sldMk cId="1164082491" sldId="285"/>
            <ac:spMk id="3" creationId="{665D57C5-98DB-B61E-4888-AC1C2798D097}"/>
          </ac:spMkLst>
        </pc:spChg>
        <pc:picChg chg="add del mod">
          <ac:chgData name="Kenzi Lamberto" userId="58c23fe3-8264-483d-98d7-ce818ea11a2f" providerId="ADAL" clId="{F30BEFE1-B199-43B4-A338-8694A7DBFE66}" dt="2026-04-30T15:12:59.141" v="3116" actId="478"/>
          <ac:picMkLst>
            <pc:docMk/>
            <pc:sldMk cId="1164082491" sldId="285"/>
            <ac:picMk id="5" creationId="{4AA5E0B3-44BE-8F32-2C21-0908E70435B1}"/>
          </ac:picMkLst>
        </pc:picChg>
        <pc:picChg chg="add mod">
          <ac:chgData name="Kenzi Lamberto" userId="58c23fe3-8264-483d-98d7-ce818ea11a2f" providerId="ADAL" clId="{F30BEFE1-B199-43B4-A338-8694A7DBFE66}" dt="2026-04-30T15:13:05.778" v="3119" actId="1076"/>
          <ac:picMkLst>
            <pc:docMk/>
            <pc:sldMk cId="1164082491" sldId="285"/>
            <ac:picMk id="7" creationId="{C0BBBFFA-7994-071D-9D20-73DF2D893E42}"/>
          </ac:picMkLst>
        </pc:picChg>
        <pc:picChg chg="del">
          <ac:chgData name="Kenzi Lamberto" userId="58c23fe3-8264-483d-98d7-ce818ea11a2f" providerId="ADAL" clId="{F30BEFE1-B199-43B4-A338-8694A7DBFE66}" dt="2026-04-30T14:41:03.941" v="3093" actId="478"/>
          <ac:picMkLst>
            <pc:docMk/>
            <pc:sldMk cId="1164082491" sldId="285"/>
            <ac:picMk id="9" creationId="{F92A2A59-3F5A-15B7-D8AE-18B9D469248A}"/>
          </ac:picMkLst>
        </pc:picChg>
      </pc:sldChg>
      <pc:sldChg chg="addSp delSp modSp add mod">
        <pc:chgData name="Kenzi Lamberto" userId="58c23fe3-8264-483d-98d7-ce818ea11a2f" providerId="ADAL" clId="{F30BEFE1-B199-43B4-A338-8694A7DBFE66}" dt="2026-04-30T15:19:15.132" v="3134" actId="1076"/>
        <pc:sldMkLst>
          <pc:docMk/>
          <pc:sldMk cId="2534202421" sldId="286"/>
        </pc:sldMkLst>
        <pc:spChg chg="mod">
          <ac:chgData name="Kenzi Lamberto" userId="58c23fe3-8264-483d-98d7-ce818ea11a2f" providerId="ADAL" clId="{F30BEFE1-B199-43B4-A338-8694A7DBFE66}" dt="2026-04-30T15:14:04.396" v="3121" actId="20577"/>
          <ac:spMkLst>
            <pc:docMk/>
            <pc:sldMk cId="2534202421" sldId="286"/>
            <ac:spMk id="2" creationId="{6A34AC04-8D09-4946-FEBB-944FA6E9D5AF}"/>
          </ac:spMkLst>
        </pc:spChg>
        <pc:spChg chg="mod">
          <ac:chgData name="Kenzi Lamberto" userId="58c23fe3-8264-483d-98d7-ce818ea11a2f" providerId="ADAL" clId="{F30BEFE1-B199-43B4-A338-8694A7DBFE66}" dt="2026-04-30T15:17:07.587" v="3131"/>
          <ac:spMkLst>
            <pc:docMk/>
            <pc:sldMk cId="2534202421" sldId="286"/>
            <ac:spMk id="3" creationId="{7B1E0FE2-E284-20F7-F3C5-55A6C5A9D5FD}"/>
          </ac:spMkLst>
        </pc:spChg>
        <pc:picChg chg="add mod">
          <ac:chgData name="Kenzi Lamberto" userId="58c23fe3-8264-483d-98d7-ce818ea11a2f" providerId="ADAL" clId="{F30BEFE1-B199-43B4-A338-8694A7DBFE66}" dt="2026-04-30T15:16:12.213" v="3126" actId="1076"/>
          <ac:picMkLst>
            <pc:docMk/>
            <pc:sldMk cId="2534202421" sldId="286"/>
            <ac:picMk id="5" creationId="{C53C16BE-3849-1F3B-4496-B0B514F2E67F}"/>
          </ac:picMkLst>
        </pc:picChg>
        <pc:picChg chg="del">
          <ac:chgData name="Kenzi Lamberto" userId="58c23fe3-8264-483d-98d7-ce818ea11a2f" providerId="ADAL" clId="{F30BEFE1-B199-43B4-A338-8694A7DBFE66}" dt="2026-04-30T15:14:57.197" v="3122" actId="478"/>
          <ac:picMkLst>
            <pc:docMk/>
            <pc:sldMk cId="2534202421" sldId="286"/>
            <ac:picMk id="7" creationId="{6A7AA0C5-D9B9-9DEF-0668-69A4A7D84387}"/>
          </ac:picMkLst>
        </pc:picChg>
        <pc:picChg chg="add mod">
          <ac:chgData name="Kenzi Lamberto" userId="58c23fe3-8264-483d-98d7-ce818ea11a2f" providerId="ADAL" clId="{F30BEFE1-B199-43B4-A338-8694A7DBFE66}" dt="2026-04-30T15:16:21.230" v="3130" actId="14100"/>
          <ac:picMkLst>
            <pc:docMk/>
            <pc:sldMk cId="2534202421" sldId="286"/>
            <ac:picMk id="8" creationId="{DCEEB5AA-B24E-E603-E8F0-A7924070F11A}"/>
          </ac:picMkLst>
        </pc:picChg>
        <pc:picChg chg="add mod">
          <ac:chgData name="Kenzi Lamberto" userId="58c23fe3-8264-483d-98d7-ce818ea11a2f" providerId="ADAL" clId="{F30BEFE1-B199-43B4-A338-8694A7DBFE66}" dt="2026-04-30T15:19:15.132" v="3134" actId="1076"/>
          <ac:picMkLst>
            <pc:docMk/>
            <pc:sldMk cId="2534202421" sldId="286"/>
            <ac:picMk id="10" creationId="{76CC42F6-0FB6-797F-60E1-0AD075314AB1}"/>
          </ac:picMkLst>
        </pc:picChg>
      </pc:sldChg>
      <pc:sldChg chg="delSp modSp add mod modNotesTx">
        <pc:chgData name="Kenzi Lamberto" userId="58c23fe3-8264-483d-98d7-ce818ea11a2f" providerId="ADAL" clId="{F30BEFE1-B199-43B4-A338-8694A7DBFE66}" dt="2026-04-30T15:51:37.093" v="3272" actId="20577"/>
        <pc:sldMkLst>
          <pc:docMk/>
          <pc:sldMk cId="2636984602" sldId="287"/>
        </pc:sldMkLst>
        <pc:spChg chg="mod">
          <ac:chgData name="Kenzi Lamberto" userId="58c23fe3-8264-483d-98d7-ce818ea11a2f" providerId="ADAL" clId="{F30BEFE1-B199-43B4-A338-8694A7DBFE66}" dt="2026-04-30T15:46:10.501" v="3196" actId="20577"/>
          <ac:spMkLst>
            <pc:docMk/>
            <pc:sldMk cId="2636984602" sldId="287"/>
            <ac:spMk id="3" creationId="{13881E5B-EFEE-7C38-8F0C-2A2BB4DE1C55}"/>
          </ac:spMkLst>
        </pc:spChg>
        <pc:picChg chg="del">
          <ac:chgData name="Kenzi Lamberto" userId="58c23fe3-8264-483d-98d7-ce818ea11a2f" providerId="ADAL" clId="{F30BEFE1-B199-43B4-A338-8694A7DBFE66}" dt="2026-04-30T15:25:40.739" v="3136" actId="478"/>
          <ac:picMkLst>
            <pc:docMk/>
            <pc:sldMk cId="2636984602" sldId="287"/>
            <ac:picMk id="5" creationId="{4254E91A-AEA6-99F1-015A-23AECF5DCBD6}"/>
          </ac:picMkLst>
        </pc:picChg>
        <pc:picChg chg="del">
          <ac:chgData name="Kenzi Lamberto" userId="58c23fe3-8264-483d-98d7-ce818ea11a2f" providerId="ADAL" clId="{F30BEFE1-B199-43B4-A338-8694A7DBFE66}" dt="2026-04-30T15:25:42.202" v="3137" actId="478"/>
          <ac:picMkLst>
            <pc:docMk/>
            <pc:sldMk cId="2636984602" sldId="287"/>
            <ac:picMk id="8" creationId="{8BDE1867-20AD-3AB0-5FE1-9FC51329290E}"/>
          </ac:picMkLst>
        </pc:picChg>
        <pc:picChg chg="del">
          <ac:chgData name="Kenzi Lamberto" userId="58c23fe3-8264-483d-98d7-ce818ea11a2f" providerId="ADAL" clId="{F30BEFE1-B199-43B4-A338-8694A7DBFE66}" dt="2026-04-30T15:25:43.025" v="3138" actId="478"/>
          <ac:picMkLst>
            <pc:docMk/>
            <pc:sldMk cId="2636984602" sldId="287"/>
            <ac:picMk id="10" creationId="{B37E46F0-4999-AA14-0564-B1C75633CAFF}"/>
          </ac:picMkLst>
        </pc:picChg>
      </pc:sldChg>
      <pc:sldChg chg="modSp add mod modNotesTx">
        <pc:chgData name="Kenzi Lamberto" userId="58c23fe3-8264-483d-98d7-ce818ea11a2f" providerId="ADAL" clId="{F30BEFE1-B199-43B4-A338-8694A7DBFE66}" dt="2026-04-30T15:51:51.194" v="3275" actId="20577"/>
        <pc:sldMkLst>
          <pc:docMk/>
          <pc:sldMk cId="1729866324" sldId="288"/>
        </pc:sldMkLst>
        <pc:spChg chg="mod">
          <ac:chgData name="Kenzi Lamberto" userId="58c23fe3-8264-483d-98d7-ce818ea11a2f" providerId="ADAL" clId="{F30BEFE1-B199-43B4-A338-8694A7DBFE66}" dt="2026-04-30T15:51:08.274" v="3254" actId="27636"/>
          <ac:spMkLst>
            <pc:docMk/>
            <pc:sldMk cId="1729866324" sldId="288"/>
            <ac:spMk id="3" creationId="{8C0F4CC4-09D8-C8E3-A135-A852DF8AF16A}"/>
          </ac:spMkLst>
        </pc:spChg>
      </pc:sldChg>
      <pc:sldChg chg="modSp add mod modNotesTx">
        <pc:chgData name="Kenzi Lamberto" userId="58c23fe3-8264-483d-98d7-ce818ea11a2f" providerId="ADAL" clId="{F30BEFE1-B199-43B4-A338-8694A7DBFE66}" dt="2026-04-30T15:54:54.827" v="3369" actId="20577"/>
        <pc:sldMkLst>
          <pc:docMk/>
          <pc:sldMk cId="3199100552" sldId="289"/>
        </pc:sldMkLst>
        <pc:spChg chg="mod">
          <ac:chgData name="Kenzi Lamberto" userId="58c23fe3-8264-483d-98d7-ce818ea11a2f" providerId="ADAL" clId="{F30BEFE1-B199-43B4-A338-8694A7DBFE66}" dt="2026-04-30T15:54:37.730" v="3366" actId="113"/>
          <ac:spMkLst>
            <pc:docMk/>
            <pc:sldMk cId="3199100552" sldId="289"/>
            <ac:spMk id="3" creationId="{35A8F694-5531-7F29-8FAB-11E59F563EB0}"/>
          </ac:spMkLst>
        </pc:spChg>
      </pc:sldChg>
      <pc:sldChg chg="addSp modSp add mod modNotesTx">
        <pc:chgData name="Kenzi Lamberto" userId="58c23fe3-8264-483d-98d7-ce818ea11a2f" providerId="ADAL" clId="{F30BEFE1-B199-43B4-A338-8694A7DBFE66}" dt="2026-04-30T15:57:51.160" v="3385" actId="313"/>
        <pc:sldMkLst>
          <pc:docMk/>
          <pc:sldMk cId="76849840" sldId="290"/>
        </pc:sldMkLst>
        <pc:spChg chg="mod">
          <ac:chgData name="Kenzi Lamberto" userId="58c23fe3-8264-483d-98d7-ce818ea11a2f" providerId="ADAL" clId="{F30BEFE1-B199-43B4-A338-8694A7DBFE66}" dt="2026-04-30T15:57:35.639" v="3383" actId="20577"/>
          <ac:spMkLst>
            <pc:docMk/>
            <pc:sldMk cId="76849840" sldId="290"/>
            <ac:spMk id="3" creationId="{EC6F273B-4778-6DAC-7328-AC1E002DDB76}"/>
          </ac:spMkLst>
        </pc:spChg>
        <pc:picChg chg="add mod">
          <ac:chgData name="Kenzi Lamberto" userId="58c23fe3-8264-483d-98d7-ce818ea11a2f" providerId="ADAL" clId="{F30BEFE1-B199-43B4-A338-8694A7DBFE66}" dt="2026-04-30T15:57:12.848" v="3379" actId="1076"/>
          <ac:picMkLst>
            <pc:docMk/>
            <pc:sldMk cId="76849840" sldId="290"/>
            <ac:picMk id="5" creationId="{27ACBD8B-A101-F3B1-BB36-3FFD0F3499E7}"/>
          </ac:picMkLst>
        </pc:picChg>
      </pc:sldChg>
      <pc:sldChg chg="modSp add mod ord modNotesTx">
        <pc:chgData name="Kenzi Lamberto" userId="58c23fe3-8264-483d-98d7-ce818ea11a2f" providerId="ADAL" clId="{F30BEFE1-B199-43B4-A338-8694A7DBFE66}" dt="2026-04-30T16:16:53.248" v="3573" actId="313"/>
        <pc:sldMkLst>
          <pc:docMk/>
          <pc:sldMk cId="1871562531" sldId="291"/>
        </pc:sldMkLst>
        <pc:spChg chg="mod">
          <ac:chgData name="Kenzi Lamberto" userId="58c23fe3-8264-483d-98d7-ce818ea11a2f" providerId="ADAL" clId="{F30BEFE1-B199-43B4-A338-8694A7DBFE66}" dt="2026-04-30T16:15:25.859" v="3568" actId="20577"/>
          <ac:spMkLst>
            <pc:docMk/>
            <pc:sldMk cId="1871562531" sldId="291"/>
            <ac:spMk id="3" creationId="{379E74F5-6BC6-508F-814C-D9763C11CB1E}"/>
          </ac:spMkLst>
        </pc:spChg>
      </pc:sldChg>
      <pc:sldChg chg="modSp add mod modNotesTx">
        <pc:chgData name="Kenzi Lamberto" userId="58c23fe3-8264-483d-98d7-ce818ea11a2f" providerId="ADAL" clId="{F30BEFE1-B199-43B4-A338-8694A7DBFE66}" dt="2026-04-30T16:16:15.579" v="3571" actId="20577"/>
        <pc:sldMkLst>
          <pc:docMk/>
          <pc:sldMk cId="2927343130" sldId="292"/>
        </pc:sldMkLst>
        <pc:spChg chg="mod">
          <ac:chgData name="Kenzi Lamberto" userId="58c23fe3-8264-483d-98d7-ce818ea11a2f" providerId="ADAL" clId="{F30BEFE1-B199-43B4-A338-8694A7DBFE66}" dt="2026-04-30T16:14:37.440" v="3557" actId="27636"/>
          <ac:spMkLst>
            <pc:docMk/>
            <pc:sldMk cId="2927343130" sldId="292"/>
            <ac:spMk id="3" creationId="{2ABDA63F-AE6A-8F09-DA17-36B426DB2DB5}"/>
          </ac:spMkLst>
        </pc:spChg>
      </pc:sldChg>
      <pc:sldChg chg="addSp delSp modSp add mod ord">
        <pc:chgData name="Kenzi Lamberto" userId="58c23fe3-8264-483d-98d7-ce818ea11a2f" providerId="ADAL" clId="{F30BEFE1-B199-43B4-A338-8694A7DBFE66}" dt="2026-04-30T16:18:27.442" v="3582"/>
        <pc:sldMkLst>
          <pc:docMk/>
          <pc:sldMk cId="3387441283" sldId="293"/>
        </pc:sldMkLst>
        <pc:spChg chg="del">
          <ac:chgData name="Kenzi Lamberto" userId="58c23fe3-8264-483d-98d7-ce818ea11a2f" providerId="ADAL" clId="{F30BEFE1-B199-43B4-A338-8694A7DBFE66}" dt="2026-04-30T16:17:30.829" v="3575" actId="478"/>
          <ac:spMkLst>
            <pc:docMk/>
            <pc:sldMk cId="3387441283" sldId="293"/>
            <ac:spMk id="3" creationId="{07F8319A-29FA-858B-C9A7-5214A535904F}"/>
          </ac:spMkLst>
        </pc:spChg>
        <pc:spChg chg="add del mod">
          <ac:chgData name="Kenzi Lamberto" userId="58c23fe3-8264-483d-98d7-ce818ea11a2f" providerId="ADAL" clId="{F30BEFE1-B199-43B4-A338-8694A7DBFE66}" dt="2026-04-30T16:17:33.346" v="3577" actId="478"/>
          <ac:spMkLst>
            <pc:docMk/>
            <pc:sldMk cId="3387441283" sldId="293"/>
            <ac:spMk id="5" creationId="{2EE3FE9F-E923-05B6-64BB-6525437C179D}"/>
          </ac:spMkLst>
        </pc:spChg>
        <pc:picChg chg="add del">
          <ac:chgData name="Kenzi Lamberto" userId="58c23fe3-8264-483d-98d7-ce818ea11a2f" providerId="ADAL" clId="{F30BEFE1-B199-43B4-A338-8694A7DBFE66}" dt="2026-04-30T16:18:06.931" v="3578" actId="478"/>
          <ac:picMkLst>
            <pc:docMk/>
            <pc:sldMk cId="3387441283" sldId="293"/>
            <ac:picMk id="7" creationId="{BE4421C6-4260-C9FC-9F46-9B14AB6B2248}"/>
          </ac:picMkLst>
        </pc:picChg>
        <pc:picChg chg="add mod">
          <ac:chgData name="Kenzi Lamberto" userId="58c23fe3-8264-483d-98d7-ce818ea11a2f" providerId="ADAL" clId="{F30BEFE1-B199-43B4-A338-8694A7DBFE66}" dt="2026-04-30T16:18:09.873" v="3580" actId="1076"/>
          <ac:picMkLst>
            <pc:docMk/>
            <pc:sldMk cId="3387441283" sldId="293"/>
            <ac:picMk id="9" creationId="{80ACD117-F674-91A9-1988-DDCEE5D7A12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A06B0D-7DCA-4258-99C3-2F66176BBA4A}" type="datetimeFigureOut">
              <a:rPr lang="en-US" smtClean="0"/>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904B1F-D6B7-4FA5-8364-376D41A5118A}" type="slidenum">
              <a:rPr lang="en-US" smtClean="0"/>
              <a:t>‹#›</a:t>
            </a:fld>
            <a:endParaRPr lang="en-US"/>
          </a:p>
        </p:txBody>
      </p:sp>
    </p:spTree>
    <p:extLst>
      <p:ext uri="{BB962C8B-B14F-4D97-AF65-F5344CB8AC3E}">
        <p14:creationId xmlns:p14="http://schemas.microsoft.com/office/powerpoint/2010/main" val="3940221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Ekman papers: https://aclanthology.org/D18-1404/, arxiv.org/abs/1910.10683</a:t>
            </a:r>
            <a:br>
              <a:rPr lang="en-US" dirty="0"/>
            </a:br>
            <a:r>
              <a:rPr lang="en-US" dirty="0"/>
              <a:t>Thayer paper: https://ieeexplore.ieee.org/document/6754902</a:t>
            </a:r>
          </a:p>
        </p:txBody>
      </p:sp>
      <p:sp>
        <p:nvSpPr>
          <p:cNvPr id="4" name="Slide Number Placeholder 3"/>
          <p:cNvSpPr>
            <a:spLocks noGrp="1"/>
          </p:cNvSpPr>
          <p:nvPr>
            <p:ph type="sldNum" sz="quarter" idx="5"/>
          </p:nvPr>
        </p:nvSpPr>
        <p:spPr/>
        <p:txBody>
          <a:bodyPr/>
          <a:lstStyle/>
          <a:p>
            <a:fld id="{EF904B1F-D6B7-4FA5-8364-376D41A5118A}" type="slidenum">
              <a:rPr lang="en-US" smtClean="0"/>
              <a:t>3</a:t>
            </a:fld>
            <a:endParaRPr lang="en-US"/>
          </a:p>
        </p:txBody>
      </p:sp>
    </p:spTree>
    <p:extLst>
      <p:ext uri="{BB962C8B-B14F-4D97-AF65-F5344CB8AC3E}">
        <p14:creationId xmlns:p14="http://schemas.microsoft.com/office/powerpoint/2010/main" val="18919460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E3CA4-1099-DCC7-B805-188D2EBD0D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7B282E-0C61-4522-4954-2CA68EFD5E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714178-924E-AB7B-AE5D-CBD8614A27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01290C-AA7E-3198-DEB7-56341BFE8359}"/>
              </a:ext>
            </a:extLst>
          </p:cNvPr>
          <p:cNvSpPr>
            <a:spLocks noGrp="1"/>
          </p:cNvSpPr>
          <p:nvPr>
            <p:ph type="sldNum" sz="quarter" idx="5"/>
          </p:nvPr>
        </p:nvSpPr>
        <p:spPr/>
        <p:txBody>
          <a:bodyPr/>
          <a:lstStyle/>
          <a:p>
            <a:fld id="{EF904B1F-D6B7-4FA5-8364-376D41A5118A}" type="slidenum">
              <a:rPr lang="en-US" smtClean="0"/>
              <a:t>5</a:t>
            </a:fld>
            <a:endParaRPr lang="en-US"/>
          </a:p>
        </p:txBody>
      </p:sp>
    </p:spTree>
    <p:extLst>
      <p:ext uri="{BB962C8B-B14F-4D97-AF65-F5344CB8AC3E}">
        <p14:creationId xmlns:p14="http://schemas.microsoft.com/office/powerpoint/2010/main" val="41517543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904B1F-D6B7-4FA5-8364-376D41A5118A}" type="slidenum">
              <a:rPr lang="en-US" smtClean="0"/>
              <a:t>7</a:t>
            </a:fld>
            <a:endParaRPr lang="en-US"/>
          </a:p>
        </p:txBody>
      </p:sp>
    </p:spTree>
    <p:extLst>
      <p:ext uri="{BB962C8B-B14F-4D97-AF65-F5344CB8AC3E}">
        <p14:creationId xmlns:p14="http://schemas.microsoft.com/office/powerpoint/2010/main" val="33501195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9DA90-F706-4AD7-BC9B-CDB8B438A1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60C22C-C848-FC3E-ABFD-FF8B336DA2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837238-2993-DDEC-1292-6C4713F8F2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5A5A73-5C04-1821-BEE9-6DA757C23EB3}"/>
              </a:ext>
            </a:extLst>
          </p:cNvPr>
          <p:cNvSpPr>
            <a:spLocks noGrp="1"/>
          </p:cNvSpPr>
          <p:nvPr>
            <p:ph type="sldNum" sz="quarter" idx="5"/>
          </p:nvPr>
        </p:nvSpPr>
        <p:spPr/>
        <p:txBody>
          <a:bodyPr/>
          <a:lstStyle/>
          <a:p>
            <a:fld id="{EF904B1F-D6B7-4FA5-8364-376D41A5118A}" type="slidenum">
              <a:rPr lang="en-US" smtClean="0"/>
              <a:t>8</a:t>
            </a:fld>
            <a:endParaRPr lang="en-US"/>
          </a:p>
        </p:txBody>
      </p:sp>
    </p:spTree>
    <p:extLst>
      <p:ext uri="{BB962C8B-B14F-4D97-AF65-F5344CB8AC3E}">
        <p14:creationId xmlns:p14="http://schemas.microsoft.com/office/powerpoint/2010/main" val="3960299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B944A-D296-99B4-B4C6-FDE04F7E27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F26AD6-8A06-70BF-AD1A-7620DDE632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8BFD30-FB66-C2EE-0447-23B8616D4C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AA833F-4B94-28C3-524D-2189ECFC7817}"/>
              </a:ext>
            </a:extLst>
          </p:cNvPr>
          <p:cNvSpPr>
            <a:spLocks noGrp="1"/>
          </p:cNvSpPr>
          <p:nvPr>
            <p:ph type="sldNum" sz="quarter" idx="5"/>
          </p:nvPr>
        </p:nvSpPr>
        <p:spPr/>
        <p:txBody>
          <a:bodyPr/>
          <a:lstStyle/>
          <a:p>
            <a:fld id="{EF904B1F-D6B7-4FA5-8364-376D41A5118A}" type="slidenum">
              <a:rPr lang="en-US" smtClean="0"/>
              <a:t>9</a:t>
            </a:fld>
            <a:endParaRPr lang="en-US"/>
          </a:p>
        </p:txBody>
      </p:sp>
    </p:spTree>
    <p:extLst>
      <p:ext uri="{BB962C8B-B14F-4D97-AF65-F5344CB8AC3E}">
        <p14:creationId xmlns:p14="http://schemas.microsoft.com/office/powerpoint/2010/main" val="3364483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81FDF-1875-5CF9-EDE3-1533AB3C46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9AF7E9-EA0B-E71E-6001-3680773CD0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255709-86D1-530C-B37D-DBE05F7049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470FC6-8347-0441-37BA-267EE58D0F69}"/>
              </a:ext>
            </a:extLst>
          </p:cNvPr>
          <p:cNvSpPr>
            <a:spLocks noGrp="1"/>
          </p:cNvSpPr>
          <p:nvPr>
            <p:ph type="sldNum" sz="quarter" idx="5"/>
          </p:nvPr>
        </p:nvSpPr>
        <p:spPr/>
        <p:txBody>
          <a:bodyPr/>
          <a:lstStyle/>
          <a:p>
            <a:fld id="{EF904B1F-D6B7-4FA5-8364-376D41A5118A}" type="slidenum">
              <a:rPr lang="en-US" smtClean="0"/>
              <a:t>10</a:t>
            </a:fld>
            <a:endParaRPr lang="en-US"/>
          </a:p>
        </p:txBody>
      </p:sp>
    </p:spTree>
    <p:extLst>
      <p:ext uri="{BB962C8B-B14F-4D97-AF65-F5344CB8AC3E}">
        <p14:creationId xmlns:p14="http://schemas.microsoft.com/office/powerpoint/2010/main" val="15363865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BB19C-29F7-67BD-D772-10FFC4BAB0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BDB464-887B-0E11-E154-AFB477E070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1EAFB3-E7A7-D51B-38ED-94EE3599E164}"/>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"Our metrics are fundamentally grounded in emotion regulation theory. When we look at 'Heavy Share,' we aren't just identifying 'sad' music; we are observing 'Affective Processing’, the choice to sit with a feeling. 'Upbeat Share' represents 'Mood Repair’, the active effort to lift oneself up. Perhaps most importantly, the 'Intentionality Score' ensures we are measuring deliberate, agentic choices rather than just passive background noise generated by Spotify's autoplay."</a:t>
            </a:r>
            <a:endParaRPr lang="en-US" dirty="0"/>
          </a:p>
        </p:txBody>
      </p:sp>
      <p:sp>
        <p:nvSpPr>
          <p:cNvPr id="4" name="Slide Number Placeholder 3">
            <a:extLst>
              <a:ext uri="{FF2B5EF4-FFF2-40B4-BE49-F238E27FC236}">
                <a16:creationId xmlns:a16="http://schemas.microsoft.com/office/drawing/2014/main" id="{2F3FD822-8FF7-79FE-0849-9B9637F9388F}"/>
              </a:ext>
            </a:extLst>
          </p:cNvPr>
          <p:cNvSpPr>
            <a:spLocks noGrp="1"/>
          </p:cNvSpPr>
          <p:nvPr>
            <p:ph type="sldNum" sz="quarter" idx="5"/>
          </p:nvPr>
        </p:nvSpPr>
        <p:spPr/>
        <p:txBody>
          <a:bodyPr/>
          <a:lstStyle/>
          <a:p>
            <a:fld id="{EF904B1F-D6B7-4FA5-8364-376D41A5118A}" type="slidenum">
              <a:rPr lang="en-US" smtClean="0"/>
              <a:t>11</a:t>
            </a:fld>
            <a:endParaRPr lang="en-US"/>
          </a:p>
        </p:txBody>
      </p:sp>
    </p:spTree>
    <p:extLst>
      <p:ext uri="{BB962C8B-B14F-4D97-AF65-F5344CB8AC3E}">
        <p14:creationId xmlns:p14="http://schemas.microsoft.com/office/powerpoint/2010/main" val="21610147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C318E-B99E-32BA-481C-00B218E279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645C3F-34D1-C4C8-089A-0ED601E85C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6DA679-D9A0-5C9A-FF96-19B521E948B2}"/>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"We also needed to measure psychological complexity. 'Emotional Diversity' tells us the size of their toolkit, but 'Emotion Entropy' tells us how fluidly they use it. Do they adapt to different situations, or do they get stuck in an emotional rut? Meanwhile, 'Daypart Concentration' helps us spot students who rely on music to structure their day, for example, deploying music exclusively to survive intense, late-night study sessions."</a:t>
            </a:r>
            <a:endParaRPr lang="en-US" dirty="0"/>
          </a:p>
        </p:txBody>
      </p:sp>
      <p:sp>
        <p:nvSpPr>
          <p:cNvPr id="4" name="Slide Number Placeholder 3">
            <a:extLst>
              <a:ext uri="{FF2B5EF4-FFF2-40B4-BE49-F238E27FC236}">
                <a16:creationId xmlns:a16="http://schemas.microsoft.com/office/drawing/2014/main" id="{81DA0795-0EFA-8851-B13B-89B1DF82F5AE}"/>
              </a:ext>
            </a:extLst>
          </p:cNvPr>
          <p:cNvSpPr>
            <a:spLocks noGrp="1"/>
          </p:cNvSpPr>
          <p:nvPr>
            <p:ph type="sldNum" sz="quarter" idx="5"/>
          </p:nvPr>
        </p:nvSpPr>
        <p:spPr/>
        <p:txBody>
          <a:bodyPr/>
          <a:lstStyle/>
          <a:p>
            <a:fld id="{EF904B1F-D6B7-4FA5-8364-376D41A5118A}" type="slidenum">
              <a:rPr lang="en-US" smtClean="0"/>
              <a:t>12</a:t>
            </a:fld>
            <a:endParaRPr lang="en-US"/>
          </a:p>
        </p:txBody>
      </p:sp>
    </p:spTree>
    <p:extLst>
      <p:ext uri="{BB962C8B-B14F-4D97-AF65-F5344CB8AC3E}">
        <p14:creationId xmlns:p14="http://schemas.microsoft.com/office/powerpoint/2010/main" val="4505881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E0B1B-FA5A-F802-855B-46536714E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7B2B6-F398-C10C-A48A-1CBDADFB52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3933CE-F4C7-3837-E03F-13515414DC11}"/>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"Finally, we analyze how students react to pressure and seek stability. The 'Exam Tail Ratio' is a direct measure of academic stress response, does music become a crutch during finals? 'Anchor Exposure' identifies students who find deep psychological safety in repetition, returning to a single track to ground themselves. And finally, 'Match Coverage' is our honesty check, ensuring we never draw conclusions if we can't 'read' enough of their data."</a:t>
            </a:r>
            <a:endParaRPr lang="en-US" dirty="0"/>
          </a:p>
        </p:txBody>
      </p:sp>
      <p:sp>
        <p:nvSpPr>
          <p:cNvPr id="4" name="Slide Number Placeholder 3">
            <a:extLst>
              <a:ext uri="{FF2B5EF4-FFF2-40B4-BE49-F238E27FC236}">
                <a16:creationId xmlns:a16="http://schemas.microsoft.com/office/drawing/2014/main" id="{6BF697E2-86E7-C20D-B3D4-86D6C11600A4}"/>
              </a:ext>
            </a:extLst>
          </p:cNvPr>
          <p:cNvSpPr>
            <a:spLocks noGrp="1"/>
          </p:cNvSpPr>
          <p:nvPr>
            <p:ph type="sldNum" sz="quarter" idx="5"/>
          </p:nvPr>
        </p:nvSpPr>
        <p:spPr/>
        <p:txBody>
          <a:bodyPr/>
          <a:lstStyle/>
          <a:p>
            <a:fld id="{EF904B1F-D6B7-4FA5-8364-376D41A5118A}" type="slidenum">
              <a:rPr lang="en-US" smtClean="0"/>
              <a:t>13</a:t>
            </a:fld>
            <a:endParaRPr lang="en-US"/>
          </a:p>
        </p:txBody>
      </p:sp>
    </p:spTree>
    <p:extLst>
      <p:ext uri="{BB962C8B-B14F-4D97-AF65-F5344CB8AC3E}">
        <p14:creationId xmlns:p14="http://schemas.microsoft.com/office/powerpoint/2010/main" val="902751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3208D-3C30-75E4-D362-10C90C3B70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603257-1F08-2C99-3CAC-1D6C5A3A86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3201D7-E11F-F300-8CFE-E8FBBBBEEF1A}"/>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“Sparsity. If we only match 10 minutes of a student's listening history, and 8 of those minutes are 'Sad', they look like a highly introspective listener on paper. But drawing psychological conclusions from 10 minutes of data is irresponsible. We needed a way to measure our confidence in the data."</a:t>
            </a:r>
            <a:endParaRPr lang="en-US" dirty="0"/>
          </a:p>
        </p:txBody>
      </p:sp>
      <p:sp>
        <p:nvSpPr>
          <p:cNvPr id="4" name="Slide Number Placeholder 3">
            <a:extLst>
              <a:ext uri="{FF2B5EF4-FFF2-40B4-BE49-F238E27FC236}">
                <a16:creationId xmlns:a16="http://schemas.microsoft.com/office/drawing/2014/main" id="{56BFE0AA-F2BE-B9A3-AF84-42003BBE8D96}"/>
              </a:ext>
            </a:extLst>
          </p:cNvPr>
          <p:cNvSpPr>
            <a:spLocks noGrp="1"/>
          </p:cNvSpPr>
          <p:nvPr>
            <p:ph type="sldNum" sz="quarter" idx="5"/>
          </p:nvPr>
        </p:nvSpPr>
        <p:spPr/>
        <p:txBody>
          <a:bodyPr/>
          <a:lstStyle/>
          <a:p>
            <a:fld id="{EF904B1F-D6B7-4FA5-8364-376D41A5118A}" type="slidenum">
              <a:rPr lang="en-US" smtClean="0"/>
              <a:t>14</a:t>
            </a:fld>
            <a:endParaRPr lang="en-US"/>
          </a:p>
        </p:txBody>
      </p:sp>
    </p:spTree>
    <p:extLst>
      <p:ext uri="{BB962C8B-B14F-4D97-AF65-F5344CB8AC3E}">
        <p14:creationId xmlns:p14="http://schemas.microsoft.com/office/powerpoint/2010/main" val="4957039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B9B4E-1EC4-3065-4848-A68C943E47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128B88-EC77-F9D3-BA2C-274301F901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C4B24D-306D-FB94-35CF-61CF98D1F2B5}"/>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"This is the core formula. The adjusted score we use for classification is a blend. If we have high confidence in the student's data, $</a:t>
            </a:r>
            <a:r>
              <a:rPr lang="en-US" sz="1200" b="0" i="0" kern="1200" dirty="0" err="1">
                <a:solidFill>
                  <a:schemeClr val="tx1"/>
                </a:solidFill>
                <a:effectLst/>
                <a:latin typeface="+mn-lt"/>
                <a:ea typeface="+mn-ea"/>
                <a:cs typeface="+mn-cs"/>
              </a:rPr>
              <a:t>Z_u</a:t>
            </a:r>
            <a:r>
              <a:rPr lang="en-US" sz="1200" b="0" i="0" kern="1200" dirty="0">
                <a:solidFill>
                  <a:schemeClr val="tx1"/>
                </a:solidFill>
                <a:effectLst/>
                <a:latin typeface="+mn-lt"/>
                <a:ea typeface="+mn-ea"/>
                <a:cs typeface="+mn-cs"/>
              </a:rPr>
              <a:t>$ is high, and their raw data wins the tug-of-war. If confidence is low, $</a:t>
            </a:r>
            <a:r>
              <a:rPr lang="en-US" sz="1200" b="0" i="0" kern="1200" dirty="0" err="1">
                <a:solidFill>
                  <a:schemeClr val="tx1"/>
                </a:solidFill>
                <a:effectLst/>
                <a:latin typeface="+mn-lt"/>
                <a:ea typeface="+mn-ea"/>
                <a:cs typeface="+mn-cs"/>
              </a:rPr>
              <a:t>Z_u</a:t>
            </a:r>
            <a:r>
              <a:rPr lang="en-US" sz="1200" b="0" i="0" kern="1200" dirty="0">
                <a:solidFill>
                  <a:schemeClr val="tx1"/>
                </a:solidFill>
                <a:effectLst/>
                <a:latin typeface="+mn-lt"/>
                <a:ea typeface="+mn-ea"/>
                <a:cs typeface="+mn-cs"/>
              </a:rPr>
              <a:t>$ is low, and their score shrinks back toward the cohort average. We implemented a 'Dual-Layer' schema. Every major metric has a _raw suffix representing exactly what we observed, and a _cred, _tail, or _exp suffix representing the actuarial companion. This allows the frontend to compare the two states directly.”</a:t>
            </a:r>
            <a:endParaRPr lang="en-US" dirty="0"/>
          </a:p>
        </p:txBody>
      </p:sp>
      <p:sp>
        <p:nvSpPr>
          <p:cNvPr id="4" name="Slide Number Placeholder 3">
            <a:extLst>
              <a:ext uri="{FF2B5EF4-FFF2-40B4-BE49-F238E27FC236}">
                <a16:creationId xmlns:a16="http://schemas.microsoft.com/office/drawing/2014/main" id="{25B3C207-198F-B0D5-4DD8-9B55DF5B2569}"/>
              </a:ext>
            </a:extLst>
          </p:cNvPr>
          <p:cNvSpPr>
            <a:spLocks noGrp="1"/>
          </p:cNvSpPr>
          <p:nvPr>
            <p:ph type="sldNum" sz="quarter" idx="5"/>
          </p:nvPr>
        </p:nvSpPr>
        <p:spPr/>
        <p:txBody>
          <a:bodyPr/>
          <a:lstStyle/>
          <a:p>
            <a:fld id="{EF904B1F-D6B7-4FA5-8364-376D41A5118A}" type="slidenum">
              <a:rPr lang="en-US" smtClean="0"/>
              <a:t>15</a:t>
            </a:fld>
            <a:endParaRPr lang="en-US"/>
          </a:p>
        </p:txBody>
      </p:sp>
    </p:spTree>
    <p:extLst>
      <p:ext uri="{BB962C8B-B14F-4D97-AF65-F5344CB8AC3E}">
        <p14:creationId xmlns:p14="http://schemas.microsoft.com/office/powerpoint/2010/main" val="23911976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F2E51-4A6A-3276-6765-EEF120D4E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40C26C-5C3F-154E-5717-953A0ECCAF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4A79E2-4FFD-9E2A-5704-8381621690F3}"/>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“How do we calculate $</a:t>
            </a:r>
            <a:r>
              <a:rPr lang="en-US" sz="1200" b="0" i="0" kern="1200" dirty="0" err="1">
                <a:solidFill>
                  <a:schemeClr val="tx1"/>
                </a:solidFill>
                <a:effectLst/>
                <a:latin typeface="+mn-lt"/>
                <a:ea typeface="+mn-ea"/>
                <a:cs typeface="+mn-cs"/>
              </a:rPr>
              <a:t>Z_u</a:t>
            </a:r>
            <a:r>
              <a:rPr lang="en-US" sz="1200" b="0" i="0" kern="1200" dirty="0">
                <a:solidFill>
                  <a:schemeClr val="tx1"/>
                </a:solidFill>
                <a:effectLst/>
                <a:latin typeface="+mn-lt"/>
                <a:ea typeface="+mn-ea"/>
                <a:cs typeface="+mn-cs"/>
              </a:rPr>
              <a:t>$? It's simply the student's matched minutes divided by their minutes plus the cohort median. It perfectly captures exposure: the more data we have, the closer $</a:t>
            </a:r>
            <a:r>
              <a:rPr lang="en-US" sz="1200" b="0" i="0" kern="1200" dirty="0" err="1">
                <a:solidFill>
                  <a:schemeClr val="tx1"/>
                </a:solidFill>
                <a:effectLst/>
                <a:latin typeface="+mn-lt"/>
                <a:ea typeface="+mn-ea"/>
                <a:cs typeface="+mn-cs"/>
              </a:rPr>
              <a:t>Z_u</a:t>
            </a:r>
            <a:r>
              <a:rPr lang="en-US" sz="1200" b="0" i="0" kern="1200" dirty="0">
                <a:solidFill>
                  <a:schemeClr val="tx1"/>
                </a:solidFill>
                <a:effectLst/>
                <a:latin typeface="+mn-lt"/>
                <a:ea typeface="+mn-ea"/>
                <a:cs typeface="+mn-cs"/>
              </a:rPr>
              <a:t>$ gets to 100%. We adapted economic formulas. Our _tail metrics use the Herfindahl-Hirschman Index to measure if a student hyper-fixates on a specific routine. Our _exp metrics use Shannon Entropy to measure if they have a highly diverse, flexible emotional vocabulary."</a:t>
            </a:r>
            <a:endParaRPr lang="en-US" dirty="0"/>
          </a:p>
        </p:txBody>
      </p:sp>
      <p:sp>
        <p:nvSpPr>
          <p:cNvPr id="4" name="Slide Number Placeholder 3">
            <a:extLst>
              <a:ext uri="{FF2B5EF4-FFF2-40B4-BE49-F238E27FC236}">
                <a16:creationId xmlns:a16="http://schemas.microsoft.com/office/drawing/2014/main" id="{B27BF401-9D15-0D1C-4D03-13952D245BFA}"/>
              </a:ext>
            </a:extLst>
          </p:cNvPr>
          <p:cNvSpPr>
            <a:spLocks noGrp="1"/>
          </p:cNvSpPr>
          <p:nvPr>
            <p:ph type="sldNum" sz="quarter" idx="5"/>
          </p:nvPr>
        </p:nvSpPr>
        <p:spPr/>
        <p:txBody>
          <a:bodyPr/>
          <a:lstStyle/>
          <a:p>
            <a:fld id="{EF904B1F-D6B7-4FA5-8364-376D41A5118A}" type="slidenum">
              <a:rPr lang="en-US" smtClean="0"/>
              <a:t>16</a:t>
            </a:fld>
            <a:endParaRPr lang="en-US"/>
          </a:p>
        </p:txBody>
      </p:sp>
    </p:spTree>
    <p:extLst>
      <p:ext uri="{BB962C8B-B14F-4D97-AF65-F5344CB8AC3E}">
        <p14:creationId xmlns:p14="http://schemas.microsoft.com/office/powerpoint/2010/main" val="37741313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6B5B8-EB0E-8568-2AD1-27E80EB7C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1C5B33-F122-ACA2-F054-BB1D10BFAD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596D85-8E6C-1D9B-FC82-B8D367F009A6}"/>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"This is the core formula. The adjusted score we use for classification is a blend. If we have high confidence in the student's data, $</a:t>
            </a:r>
            <a:r>
              <a:rPr lang="en-US" sz="1200" b="0" i="0" kern="1200" dirty="0" err="1">
                <a:solidFill>
                  <a:schemeClr val="tx1"/>
                </a:solidFill>
                <a:effectLst/>
                <a:latin typeface="+mn-lt"/>
                <a:ea typeface="+mn-ea"/>
                <a:cs typeface="+mn-cs"/>
              </a:rPr>
              <a:t>Z_u</a:t>
            </a:r>
            <a:r>
              <a:rPr lang="en-US" sz="1200" b="0" i="0" kern="1200" dirty="0">
                <a:solidFill>
                  <a:schemeClr val="tx1"/>
                </a:solidFill>
                <a:effectLst/>
                <a:latin typeface="+mn-lt"/>
                <a:ea typeface="+mn-ea"/>
                <a:cs typeface="+mn-cs"/>
              </a:rPr>
              <a:t>$ is high, and their raw data wins the tug-of-war. If confidence is low, $</a:t>
            </a:r>
            <a:r>
              <a:rPr lang="en-US" sz="1200" b="0" i="0" kern="1200" dirty="0" err="1">
                <a:solidFill>
                  <a:schemeClr val="tx1"/>
                </a:solidFill>
                <a:effectLst/>
                <a:latin typeface="+mn-lt"/>
                <a:ea typeface="+mn-ea"/>
                <a:cs typeface="+mn-cs"/>
              </a:rPr>
              <a:t>Z_u</a:t>
            </a:r>
            <a:r>
              <a:rPr lang="en-US" sz="1200" b="0" i="0" kern="1200" dirty="0">
                <a:solidFill>
                  <a:schemeClr val="tx1"/>
                </a:solidFill>
                <a:effectLst/>
                <a:latin typeface="+mn-lt"/>
                <a:ea typeface="+mn-ea"/>
                <a:cs typeface="+mn-cs"/>
              </a:rPr>
              <a:t>$ is low, and their score shrinks back toward the cohort average. We implemented a 'Dual-Layer' schema. Every major metric has a _raw suffix representing exactly what we observed, and a _cred, _tail, or _exp suffix representing the actuarial companion. This allows the frontend to compare the two states directly.”</a:t>
            </a:r>
            <a:endParaRPr lang="en-US" dirty="0"/>
          </a:p>
        </p:txBody>
      </p:sp>
      <p:sp>
        <p:nvSpPr>
          <p:cNvPr id="4" name="Slide Number Placeholder 3">
            <a:extLst>
              <a:ext uri="{FF2B5EF4-FFF2-40B4-BE49-F238E27FC236}">
                <a16:creationId xmlns:a16="http://schemas.microsoft.com/office/drawing/2014/main" id="{767F035F-5F54-ED52-1AFD-A7A26A024F83}"/>
              </a:ext>
            </a:extLst>
          </p:cNvPr>
          <p:cNvSpPr>
            <a:spLocks noGrp="1"/>
          </p:cNvSpPr>
          <p:nvPr>
            <p:ph type="sldNum" sz="quarter" idx="5"/>
          </p:nvPr>
        </p:nvSpPr>
        <p:spPr/>
        <p:txBody>
          <a:bodyPr/>
          <a:lstStyle/>
          <a:p>
            <a:fld id="{EF904B1F-D6B7-4FA5-8364-376D41A5118A}" type="slidenum">
              <a:rPr lang="en-US" smtClean="0"/>
              <a:t>17</a:t>
            </a:fld>
            <a:endParaRPr lang="en-US"/>
          </a:p>
        </p:txBody>
      </p:sp>
    </p:spTree>
    <p:extLst>
      <p:ext uri="{BB962C8B-B14F-4D97-AF65-F5344CB8AC3E}">
        <p14:creationId xmlns:p14="http://schemas.microsoft.com/office/powerpoint/2010/main" val="7661529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E13A1-947A-B192-35C5-32A80CDD50C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A9EA325-8BA4-CF1D-4A29-2F2DF0952B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E01E6FA-4E38-6D54-10BF-8C9CD155FEF9}"/>
              </a:ext>
            </a:extLst>
          </p:cNvPr>
          <p:cNvSpPr>
            <a:spLocks noGrp="1"/>
          </p:cNvSpPr>
          <p:nvPr>
            <p:ph type="dt" sz="half" idx="10"/>
          </p:nvPr>
        </p:nvSpPr>
        <p:spPr/>
        <p:txBody>
          <a:bodyPr/>
          <a:lstStyle/>
          <a:p>
            <a:fld id="{E0B123BC-D4B2-7446-B764-5FD8377B1032}" type="datetimeFigureOut">
              <a:rPr lang="en-US" smtClean="0"/>
              <a:t>4/30/2026</a:t>
            </a:fld>
            <a:endParaRPr lang="en-US"/>
          </a:p>
        </p:txBody>
      </p:sp>
      <p:sp>
        <p:nvSpPr>
          <p:cNvPr id="5" name="Footer Placeholder 4">
            <a:extLst>
              <a:ext uri="{FF2B5EF4-FFF2-40B4-BE49-F238E27FC236}">
                <a16:creationId xmlns:a16="http://schemas.microsoft.com/office/drawing/2014/main" id="{B508DB34-E5F5-6446-9766-34C01FA200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DDA3AC-FB99-C6C3-DB3D-40F97A980712}"/>
              </a:ext>
            </a:extLst>
          </p:cNvPr>
          <p:cNvSpPr>
            <a:spLocks noGrp="1"/>
          </p:cNvSpPr>
          <p:nvPr>
            <p:ph type="sldNum" sz="quarter" idx="12"/>
          </p:nvPr>
        </p:nvSpPr>
        <p:spPr/>
        <p:txBody>
          <a:bodyPr/>
          <a:lstStyle/>
          <a:p>
            <a:fld id="{7D792B39-22AA-054E-A5FA-5F7AAA44B473}" type="slidenum">
              <a:rPr lang="en-US" smtClean="0"/>
              <a:t>‹#›</a:t>
            </a:fld>
            <a:endParaRPr lang="en-US"/>
          </a:p>
        </p:txBody>
      </p:sp>
    </p:spTree>
    <p:extLst>
      <p:ext uri="{BB962C8B-B14F-4D97-AF65-F5344CB8AC3E}">
        <p14:creationId xmlns:p14="http://schemas.microsoft.com/office/powerpoint/2010/main" val="3013639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B43E6-1346-AB90-0010-A3D161C26C4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E6E6D5B-3ECE-8723-FC6A-32D50B27291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503470F-57AC-03F4-81C3-B08BB7A389F2}"/>
              </a:ext>
            </a:extLst>
          </p:cNvPr>
          <p:cNvSpPr>
            <a:spLocks noGrp="1"/>
          </p:cNvSpPr>
          <p:nvPr>
            <p:ph type="dt" sz="half" idx="10"/>
          </p:nvPr>
        </p:nvSpPr>
        <p:spPr/>
        <p:txBody>
          <a:bodyPr/>
          <a:lstStyle/>
          <a:p>
            <a:fld id="{E0B123BC-D4B2-7446-B764-5FD8377B1032}" type="datetimeFigureOut">
              <a:rPr lang="en-US" smtClean="0"/>
              <a:t>4/30/2026</a:t>
            </a:fld>
            <a:endParaRPr lang="en-US"/>
          </a:p>
        </p:txBody>
      </p:sp>
      <p:sp>
        <p:nvSpPr>
          <p:cNvPr id="5" name="Footer Placeholder 4">
            <a:extLst>
              <a:ext uri="{FF2B5EF4-FFF2-40B4-BE49-F238E27FC236}">
                <a16:creationId xmlns:a16="http://schemas.microsoft.com/office/drawing/2014/main" id="{BCAEEC4A-3C67-9C8F-6C5E-20F145115E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DA7552-33F6-2A31-375A-8371B28C72B0}"/>
              </a:ext>
            </a:extLst>
          </p:cNvPr>
          <p:cNvSpPr>
            <a:spLocks noGrp="1"/>
          </p:cNvSpPr>
          <p:nvPr>
            <p:ph type="sldNum" sz="quarter" idx="12"/>
          </p:nvPr>
        </p:nvSpPr>
        <p:spPr/>
        <p:txBody>
          <a:bodyPr/>
          <a:lstStyle/>
          <a:p>
            <a:fld id="{7D792B39-22AA-054E-A5FA-5F7AAA44B473}" type="slidenum">
              <a:rPr lang="en-US" smtClean="0"/>
              <a:t>‹#›</a:t>
            </a:fld>
            <a:endParaRPr lang="en-US"/>
          </a:p>
        </p:txBody>
      </p:sp>
    </p:spTree>
    <p:extLst>
      <p:ext uri="{BB962C8B-B14F-4D97-AF65-F5344CB8AC3E}">
        <p14:creationId xmlns:p14="http://schemas.microsoft.com/office/powerpoint/2010/main" val="452923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0D482-E0D2-DB46-03EE-124964C1501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5607255-E71F-F025-8B10-31C1CBFC97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F610C86-4B7E-3F88-5A27-3750004B9A79}"/>
              </a:ext>
            </a:extLst>
          </p:cNvPr>
          <p:cNvSpPr>
            <a:spLocks noGrp="1"/>
          </p:cNvSpPr>
          <p:nvPr>
            <p:ph type="dt" sz="half" idx="10"/>
          </p:nvPr>
        </p:nvSpPr>
        <p:spPr/>
        <p:txBody>
          <a:bodyPr/>
          <a:lstStyle/>
          <a:p>
            <a:fld id="{E0B123BC-D4B2-7446-B764-5FD8377B1032}" type="datetimeFigureOut">
              <a:rPr lang="en-US" smtClean="0"/>
              <a:t>4/30/2026</a:t>
            </a:fld>
            <a:endParaRPr lang="en-US"/>
          </a:p>
        </p:txBody>
      </p:sp>
      <p:sp>
        <p:nvSpPr>
          <p:cNvPr id="5" name="Footer Placeholder 4">
            <a:extLst>
              <a:ext uri="{FF2B5EF4-FFF2-40B4-BE49-F238E27FC236}">
                <a16:creationId xmlns:a16="http://schemas.microsoft.com/office/drawing/2014/main" id="{1372210C-158A-0330-80CD-33F9C31FFA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BAE041-14C6-64BB-B6E6-5CBEFDF7B87F}"/>
              </a:ext>
            </a:extLst>
          </p:cNvPr>
          <p:cNvSpPr>
            <a:spLocks noGrp="1"/>
          </p:cNvSpPr>
          <p:nvPr>
            <p:ph type="sldNum" sz="quarter" idx="12"/>
          </p:nvPr>
        </p:nvSpPr>
        <p:spPr/>
        <p:txBody>
          <a:bodyPr/>
          <a:lstStyle/>
          <a:p>
            <a:fld id="{7D792B39-22AA-054E-A5FA-5F7AAA44B473}" type="slidenum">
              <a:rPr lang="en-US" smtClean="0"/>
              <a:t>‹#›</a:t>
            </a:fld>
            <a:endParaRPr lang="en-US"/>
          </a:p>
        </p:txBody>
      </p:sp>
    </p:spTree>
    <p:extLst>
      <p:ext uri="{BB962C8B-B14F-4D97-AF65-F5344CB8AC3E}">
        <p14:creationId xmlns:p14="http://schemas.microsoft.com/office/powerpoint/2010/main" val="3591371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1AA36-8C3C-2701-E5E4-6597307172E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6AF818F-10F9-74BE-9C2E-B5923DB2422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714CA64-50F8-E3C3-A5E6-E2586802142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D83EE69-860B-7C81-8773-5E1F2D75BF56}"/>
              </a:ext>
            </a:extLst>
          </p:cNvPr>
          <p:cNvSpPr>
            <a:spLocks noGrp="1"/>
          </p:cNvSpPr>
          <p:nvPr>
            <p:ph type="dt" sz="half" idx="10"/>
          </p:nvPr>
        </p:nvSpPr>
        <p:spPr/>
        <p:txBody>
          <a:bodyPr/>
          <a:lstStyle/>
          <a:p>
            <a:fld id="{E0B123BC-D4B2-7446-B764-5FD8377B1032}" type="datetimeFigureOut">
              <a:rPr lang="en-US" smtClean="0"/>
              <a:t>4/30/2026</a:t>
            </a:fld>
            <a:endParaRPr lang="en-US"/>
          </a:p>
        </p:txBody>
      </p:sp>
      <p:sp>
        <p:nvSpPr>
          <p:cNvPr id="6" name="Footer Placeholder 5">
            <a:extLst>
              <a:ext uri="{FF2B5EF4-FFF2-40B4-BE49-F238E27FC236}">
                <a16:creationId xmlns:a16="http://schemas.microsoft.com/office/drawing/2014/main" id="{29AB17F7-4BAC-7254-E1AA-038C6174B1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73549F-733F-78CD-5521-960959B9AF3E}"/>
              </a:ext>
            </a:extLst>
          </p:cNvPr>
          <p:cNvSpPr>
            <a:spLocks noGrp="1"/>
          </p:cNvSpPr>
          <p:nvPr>
            <p:ph type="sldNum" sz="quarter" idx="12"/>
          </p:nvPr>
        </p:nvSpPr>
        <p:spPr/>
        <p:txBody>
          <a:bodyPr/>
          <a:lstStyle/>
          <a:p>
            <a:fld id="{7D792B39-22AA-054E-A5FA-5F7AAA44B473}" type="slidenum">
              <a:rPr lang="en-US" smtClean="0"/>
              <a:t>‹#›</a:t>
            </a:fld>
            <a:endParaRPr lang="en-US"/>
          </a:p>
        </p:txBody>
      </p:sp>
    </p:spTree>
    <p:extLst>
      <p:ext uri="{BB962C8B-B14F-4D97-AF65-F5344CB8AC3E}">
        <p14:creationId xmlns:p14="http://schemas.microsoft.com/office/powerpoint/2010/main" val="3860099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8FAB4-C46A-70EC-E83C-0F78F252D93F}"/>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E7C6BC3-1178-FB3E-7F9E-486010D57A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02E54E1-59F9-6930-952A-D5948B9DC00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03F7DDD-75CF-8201-3A2E-2C39CFBAD6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4430D28-0592-DDC8-D7C8-905180EBE20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BA05168-8D99-6222-7692-57F1E2515BFF}"/>
              </a:ext>
            </a:extLst>
          </p:cNvPr>
          <p:cNvSpPr>
            <a:spLocks noGrp="1"/>
          </p:cNvSpPr>
          <p:nvPr>
            <p:ph type="dt" sz="half" idx="10"/>
          </p:nvPr>
        </p:nvSpPr>
        <p:spPr/>
        <p:txBody>
          <a:bodyPr/>
          <a:lstStyle/>
          <a:p>
            <a:fld id="{E0B123BC-D4B2-7446-B764-5FD8377B1032}" type="datetimeFigureOut">
              <a:rPr lang="en-US" smtClean="0"/>
              <a:t>4/30/2026</a:t>
            </a:fld>
            <a:endParaRPr lang="en-US"/>
          </a:p>
        </p:txBody>
      </p:sp>
      <p:sp>
        <p:nvSpPr>
          <p:cNvPr id="8" name="Footer Placeholder 7">
            <a:extLst>
              <a:ext uri="{FF2B5EF4-FFF2-40B4-BE49-F238E27FC236}">
                <a16:creationId xmlns:a16="http://schemas.microsoft.com/office/drawing/2014/main" id="{748A1803-8BBD-51B0-5608-44812FB7FDC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7CD0B9-F260-AC08-884E-2CDA7EECB60A}"/>
              </a:ext>
            </a:extLst>
          </p:cNvPr>
          <p:cNvSpPr>
            <a:spLocks noGrp="1"/>
          </p:cNvSpPr>
          <p:nvPr>
            <p:ph type="sldNum" sz="quarter" idx="12"/>
          </p:nvPr>
        </p:nvSpPr>
        <p:spPr/>
        <p:txBody>
          <a:bodyPr/>
          <a:lstStyle/>
          <a:p>
            <a:fld id="{7D792B39-22AA-054E-A5FA-5F7AAA44B473}" type="slidenum">
              <a:rPr lang="en-US" smtClean="0"/>
              <a:t>‹#›</a:t>
            </a:fld>
            <a:endParaRPr lang="en-US"/>
          </a:p>
        </p:txBody>
      </p:sp>
    </p:spTree>
    <p:extLst>
      <p:ext uri="{BB962C8B-B14F-4D97-AF65-F5344CB8AC3E}">
        <p14:creationId xmlns:p14="http://schemas.microsoft.com/office/powerpoint/2010/main" val="2064739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EF693-9DD8-3742-C160-23A3D37110E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CFAEDFE-5629-CA18-8C50-70661BD03641}"/>
              </a:ext>
            </a:extLst>
          </p:cNvPr>
          <p:cNvSpPr>
            <a:spLocks noGrp="1"/>
          </p:cNvSpPr>
          <p:nvPr>
            <p:ph type="dt" sz="half" idx="10"/>
          </p:nvPr>
        </p:nvSpPr>
        <p:spPr/>
        <p:txBody>
          <a:bodyPr/>
          <a:lstStyle/>
          <a:p>
            <a:fld id="{E0B123BC-D4B2-7446-B764-5FD8377B1032}" type="datetimeFigureOut">
              <a:rPr lang="en-US" smtClean="0"/>
              <a:t>4/30/2026</a:t>
            </a:fld>
            <a:endParaRPr lang="en-US"/>
          </a:p>
        </p:txBody>
      </p:sp>
      <p:sp>
        <p:nvSpPr>
          <p:cNvPr id="4" name="Footer Placeholder 3">
            <a:extLst>
              <a:ext uri="{FF2B5EF4-FFF2-40B4-BE49-F238E27FC236}">
                <a16:creationId xmlns:a16="http://schemas.microsoft.com/office/drawing/2014/main" id="{D6F0972B-824C-2445-3B21-DA65B90B5E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2A2AEE-B8E1-0002-547B-15A418479D2D}"/>
              </a:ext>
            </a:extLst>
          </p:cNvPr>
          <p:cNvSpPr>
            <a:spLocks noGrp="1"/>
          </p:cNvSpPr>
          <p:nvPr>
            <p:ph type="sldNum" sz="quarter" idx="12"/>
          </p:nvPr>
        </p:nvSpPr>
        <p:spPr/>
        <p:txBody>
          <a:bodyPr/>
          <a:lstStyle/>
          <a:p>
            <a:fld id="{7D792B39-22AA-054E-A5FA-5F7AAA44B473}" type="slidenum">
              <a:rPr lang="en-US" smtClean="0"/>
              <a:t>‹#›</a:t>
            </a:fld>
            <a:endParaRPr lang="en-US"/>
          </a:p>
        </p:txBody>
      </p:sp>
    </p:spTree>
    <p:extLst>
      <p:ext uri="{BB962C8B-B14F-4D97-AF65-F5344CB8AC3E}">
        <p14:creationId xmlns:p14="http://schemas.microsoft.com/office/powerpoint/2010/main" val="601019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5E09BA-8B3E-D327-AC0E-3EB4B9DAAE21}"/>
              </a:ext>
            </a:extLst>
          </p:cNvPr>
          <p:cNvSpPr>
            <a:spLocks noGrp="1"/>
          </p:cNvSpPr>
          <p:nvPr>
            <p:ph type="dt" sz="half" idx="10"/>
          </p:nvPr>
        </p:nvSpPr>
        <p:spPr/>
        <p:txBody>
          <a:bodyPr/>
          <a:lstStyle/>
          <a:p>
            <a:fld id="{E0B123BC-D4B2-7446-B764-5FD8377B1032}" type="datetimeFigureOut">
              <a:rPr lang="en-US" smtClean="0"/>
              <a:t>4/30/2026</a:t>
            </a:fld>
            <a:endParaRPr lang="en-US"/>
          </a:p>
        </p:txBody>
      </p:sp>
      <p:sp>
        <p:nvSpPr>
          <p:cNvPr id="3" name="Footer Placeholder 2">
            <a:extLst>
              <a:ext uri="{FF2B5EF4-FFF2-40B4-BE49-F238E27FC236}">
                <a16:creationId xmlns:a16="http://schemas.microsoft.com/office/drawing/2014/main" id="{92A8BD9C-5A07-7686-805F-D72517BC6E9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C89868-EB68-2A95-89AF-FD9F57BD4D0D}"/>
              </a:ext>
            </a:extLst>
          </p:cNvPr>
          <p:cNvSpPr>
            <a:spLocks noGrp="1"/>
          </p:cNvSpPr>
          <p:nvPr>
            <p:ph type="sldNum" sz="quarter" idx="12"/>
          </p:nvPr>
        </p:nvSpPr>
        <p:spPr/>
        <p:txBody>
          <a:bodyPr/>
          <a:lstStyle/>
          <a:p>
            <a:fld id="{7D792B39-22AA-054E-A5FA-5F7AAA44B473}" type="slidenum">
              <a:rPr lang="en-US" smtClean="0"/>
              <a:t>‹#›</a:t>
            </a:fld>
            <a:endParaRPr lang="en-US"/>
          </a:p>
        </p:txBody>
      </p:sp>
    </p:spTree>
    <p:extLst>
      <p:ext uri="{BB962C8B-B14F-4D97-AF65-F5344CB8AC3E}">
        <p14:creationId xmlns:p14="http://schemas.microsoft.com/office/powerpoint/2010/main" val="4099397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8419F-28E7-87C0-9A68-D652CFFE90F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5F50ADF-4A5C-5846-8EA3-162A760EF8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181C137C-75B6-484C-9EFE-5931D61EB0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FC2C641-D4DB-3CD8-0620-CAC89098AB0C}"/>
              </a:ext>
            </a:extLst>
          </p:cNvPr>
          <p:cNvSpPr>
            <a:spLocks noGrp="1"/>
          </p:cNvSpPr>
          <p:nvPr>
            <p:ph type="dt" sz="half" idx="10"/>
          </p:nvPr>
        </p:nvSpPr>
        <p:spPr/>
        <p:txBody>
          <a:bodyPr/>
          <a:lstStyle/>
          <a:p>
            <a:fld id="{E0B123BC-D4B2-7446-B764-5FD8377B1032}" type="datetimeFigureOut">
              <a:rPr lang="en-US" smtClean="0"/>
              <a:t>4/30/2026</a:t>
            </a:fld>
            <a:endParaRPr lang="en-US"/>
          </a:p>
        </p:txBody>
      </p:sp>
      <p:sp>
        <p:nvSpPr>
          <p:cNvPr id="6" name="Footer Placeholder 5">
            <a:extLst>
              <a:ext uri="{FF2B5EF4-FFF2-40B4-BE49-F238E27FC236}">
                <a16:creationId xmlns:a16="http://schemas.microsoft.com/office/drawing/2014/main" id="{CA422527-50A1-DA4D-214C-EE587B93B0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C99B59-275D-4402-3E0A-71E060B31EFA}"/>
              </a:ext>
            </a:extLst>
          </p:cNvPr>
          <p:cNvSpPr>
            <a:spLocks noGrp="1"/>
          </p:cNvSpPr>
          <p:nvPr>
            <p:ph type="sldNum" sz="quarter" idx="12"/>
          </p:nvPr>
        </p:nvSpPr>
        <p:spPr/>
        <p:txBody>
          <a:bodyPr/>
          <a:lstStyle/>
          <a:p>
            <a:fld id="{7D792B39-22AA-054E-A5FA-5F7AAA44B473}" type="slidenum">
              <a:rPr lang="en-US" smtClean="0"/>
              <a:t>‹#›</a:t>
            </a:fld>
            <a:endParaRPr lang="en-US"/>
          </a:p>
        </p:txBody>
      </p:sp>
    </p:spTree>
    <p:extLst>
      <p:ext uri="{BB962C8B-B14F-4D97-AF65-F5344CB8AC3E}">
        <p14:creationId xmlns:p14="http://schemas.microsoft.com/office/powerpoint/2010/main" val="3258444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BD3F0-68F6-9426-B8C5-3677B481220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51C65E4-1988-ECAF-6107-46CAF58F4E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DC1CFB4-5CA1-636F-1113-AE7284787E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681FCD2-DA46-6EA2-7DA8-F3E97A930327}"/>
              </a:ext>
            </a:extLst>
          </p:cNvPr>
          <p:cNvSpPr>
            <a:spLocks noGrp="1"/>
          </p:cNvSpPr>
          <p:nvPr>
            <p:ph type="dt" sz="half" idx="10"/>
          </p:nvPr>
        </p:nvSpPr>
        <p:spPr/>
        <p:txBody>
          <a:bodyPr/>
          <a:lstStyle/>
          <a:p>
            <a:fld id="{E0B123BC-D4B2-7446-B764-5FD8377B1032}" type="datetimeFigureOut">
              <a:rPr lang="en-US" smtClean="0"/>
              <a:t>4/30/2026</a:t>
            </a:fld>
            <a:endParaRPr lang="en-US"/>
          </a:p>
        </p:txBody>
      </p:sp>
      <p:sp>
        <p:nvSpPr>
          <p:cNvPr id="6" name="Footer Placeholder 5">
            <a:extLst>
              <a:ext uri="{FF2B5EF4-FFF2-40B4-BE49-F238E27FC236}">
                <a16:creationId xmlns:a16="http://schemas.microsoft.com/office/drawing/2014/main" id="{67E9883F-DF63-8887-ACB6-FCE304E66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5FB63A-6C5F-3D72-507D-929DF93E035B}"/>
              </a:ext>
            </a:extLst>
          </p:cNvPr>
          <p:cNvSpPr>
            <a:spLocks noGrp="1"/>
          </p:cNvSpPr>
          <p:nvPr>
            <p:ph type="sldNum" sz="quarter" idx="12"/>
          </p:nvPr>
        </p:nvSpPr>
        <p:spPr/>
        <p:txBody>
          <a:bodyPr/>
          <a:lstStyle/>
          <a:p>
            <a:fld id="{7D792B39-22AA-054E-A5FA-5F7AAA44B473}" type="slidenum">
              <a:rPr lang="en-US" smtClean="0"/>
              <a:t>‹#›</a:t>
            </a:fld>
            <a:endParaRPr lang="en-US"/>
          </a:p>
        </p:txBody>
      </p:sp>
    </p:spTree>
    <p:extLst>
      <p:ext uri="{BB962C8B-B14F-4D97-AF65-F5344CB8AC3E}">
        <p14:creationId xmlns:p14="http://schemas.microsoft.com/office/powerpoint/2010/main" val="2230740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846C1-A815-232B-C013-7D4E21671DC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3A36633-47C5-693B-26EC-2425EB08435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3E721CC-03B1-C3F0-75B1-34233373B2F6}"/>
              </a:ext>
            </a:extLst>
          </p:cNvPr>
          <p:cNvSpPr>
            <a:spLocks noGrp="1"/>
          </p:cNvSpPr>
          <p:nvPr>
            <p:ph type="dt" sz="half" idx="10"/>
          </p:nvPr>
        </p:nvSpPr>
        <p:spPr/>
        <p:txBody>
          <a:bodyPr/>
          <a:lstStyle/>
          <a:p>
            <a:fld id="{E0B123BC-D4B2-7446-B764-5FD8377B1032}" type="datetimeFigureOut">
              <a:rPr lang="en-US" smtClean="0"/>
              <a:t>4/30/2026</a:t>
            </a:fld>
            <a:endParaRPr lang="en-US"/>
          </a:p>
        </p:txBody>
      </p:sp>
      <p:sp>
        <p:nvSpPr>
          <p:cNvPr id="5" name="Footer Placeholder 4">
            <a:extLst>
              <a:ext uri="{FF2B5EF4-FFF2-40B4-BE49-F238E27FC236}">
                <a16:creationId xmlns:a16="http://schemas.microsoft.com/office/drawing/2014/main" id="{677DFED4-D31F-0B31-B110-9840A55DDA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88B034-09FF-4F91-D69B-E26FE39EA8B2}"/>
              </a:ext>
            </a:extLst>
          </p:cNvPr>
          <p:cNvSpPr>
            <a:spLocks noGrp="1"/>
          </p:cNvSpPr>
          <p:nvPr>
            <p:ph type="sldNum" sz="quarter" idx="12"/>
          </p:nvPr>
        </p:nvSpPr>
        <p:spPr/>
        <p:txBody>
          <a:bodyPr/>
          <a:lstStyle/>
          <a:p>
            <a:fld id="{7D792B39-22AA-054E-A5FA-5F7AAA44B473}" type="slidenum">
              <a:rPr lang="en-US" smtClean="0"/>
              <a:t>‹#›</a:t>
            </a:fld>
            <a:endParaRPr lang="en-US"/>
          </a:p>
        </p:txBody>
      </p:sp>
    </p:spTree>
    <p:extLst>
      <p:ext uri="{BB962C8B-B14F-4D97-AF65-F5344CB8AC3E}">
        <p14:creationId xmlns:p14="http://schemas.microsoft.com/office/powerpoint/2010/main" val="4062067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80FB38-DCBB-4C80-626A-04B732683D3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52175E6-A314-EFCE-BFF5-710A9234C66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8B3D9B4-DC0D-1A3D-1D72-B9D51885310D}"/>
              </a:ext>
            </a:extLst>
          </p:cNvPr>
          <p:cNvSpPr>
            <a:spLocks noGrp="1"/>
          </p:cNvSpPr>
          <p:nvPr>
            <p:ph type="dt" sz="half" idx="10"/>
          </p:nvPr>
        </p:nvSpPr>
        <p:spPr/>
        <p:txBody>
          <a:bodyPr/>
          <a:lstStyle/>
          <a:p>
            <a:fld id="{E0B123BC-D4B2-7446-B764-5FD8377B1032}" type="datetimeFigureOut">
              <a:rPr lang="en-US" smtClean="0"/>
              <a:t>4/30/2026</a:t>
            </a:fld>
            <a:endParaRPr lang="en-US"/>
          </a:p>
        </p:txBody>
      </p:sp>
      <p:sp>
        <p:nvSpPr>
          <p:cNvPr id="5" name="Footer Placeholder 4">
            <a:extLst>
              <a:ext uri="{FF2B5EF4-FFF2-40B4-BE49-F238E27FC236}">
                <a16:creationId xmlns:a16="http://schemas.microsoft.com/office/drawing/2014/main" id="{0D1FEB97-E18A-4D36-C564-4819306E72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2D64E0-44C7-4D9F-F851-530B72B266F3}"/>
              </a:ext>
            </a:extLst>
          </p:cNvPr>
          <p:cNvSpPr>
            <a:spLocks noGrp="1"/>
          </p:cNvSpPr>
          <p:nvPr>
            <p:ph type="sldNum" sz="quarter" idx="12"/>
          </p:nvPr>
        </p:nvSpPr>
        <p:spPr/>
        <p:txBody>
          <a:bodyPr/>
          <a:lstStyle/>
          <a:p>
            <a:fld id="{7D792B39-22AA-054E-A5FA-5F7AAA44B473}" type="slidenum">
              <a:rPr lang="en-US" smtClean="0"/>
              <a:t>‹#›</a:t>
            </a:fld>
            <a:endParaRPr lang="en-US"/>
          </a:p>
        </p:txBody>
      </p:sp>
    </p:spTree>
    <p:extLst>
      <p:ext uri="{BB962C8B-B14F-4D97-AF65-F5344CB8AC3E}">
        <p14:creationId xmlns:p14="http://schemas.microsoft.com/office/powerpoint/2010/main" val="1866820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76B50-5FAA-E8E2-E151-D8B3EFEAAF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E7F1596-80D5-EFA1-F356-C5139A430F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470C903-C6B3-A013-F08B-73999B8996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0B123BC-D4B2-7446-B764-5FD8377B1032}" type="datetimeFigureOut">
              <a:rPr lang="en-US" smtClean="0"/>
              <a:t>4/30/2026</a:t>
            </a:fld>
            <a:endParaRPr lang="en-US"/>
          </a:p>
        </p:txBody>
      </p:sp>
      <p:sp>
        <p:nvSpPr>
          <p:cNvPr id="5" name="Footer Placeholder 4">
            <a:extLst>
              <a:ext uri="{FF2B5EF4-FFF2-40B4-BE49-F238E27FC236}">
                <a16:creationId xmlns:a16="http://schemas.microsoft.com/office/drawing/2014/main" id="{EAD96340-080D-7312-B0AC-26E48C4D47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E0EA625-99BE-AC6A-B3C2-6B484CA9FD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792B39-22AA-054E-A5FA-5F7AAA44B473}" type="slidenum">
              <a:rPr lang="en-US" smtClean="0"/>
              <a:t>‹#›</a:t>
            </a:fld>
            <a:endParaRPr lang="en-US"/>
          </a:p>
        </p:txBody>
      </p:sp>
    </p:spTree>
    <p:extLst>
      <p:ext uri="{BB962C8B-B14F-4D97-AF65-F5344CB8AC3E}">
        <p14:creationId xmlns:p14="http://schemas.microsoft.com/office/powerpoint/2010/main" val="4250423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devdope/900k-spotify/data?select=final_milliondataset_BERT_500K_revised.json"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hyperlink" Target="https://www.kaggle.com/datasets/abdullahorzan/moodify-dataset?select=278k_labelled_uri.csv"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6FA71-2AA6-35AD-A2FB-71FFA6C1EFD7}"/>
              </a:ext>
            </a:extLst>
          </p:cNvPr>
          <p:cNvSpPr>
            <a:spLocks noGrp="1"/>
          </p:cNvSpPr>
          <p:nvPr>
            <p:ph type="ctrTitle"/>
          </p:nvPr>
        </p:nvSpPr>
        <p:spPr/>
        <p:txBody>
          <a:bodyPr/>
          <a:lstStyle/>
          <a:p>
            <a:r>
              <a:rPr lang="en-US" dirty="0"/>
              <a:t>Spotify + Student + Emotion</a:t>
            </a:r>
          </a:p>
        </p:txBody>
      </p:sp>
      <p:sp>
        <p:nvSpPr>
          <p:cNvPr id="3" name="Subtitle 2">
            <a:extLst>
              <a:ext uri="{FF2B5EF4-FFF2-40B4-BE49-F238E27FC236}">
                <a16:creationId xmlns:a16="http://schemas.microsoft.com/office/drawing/2014/main" id="{5A44CA42-D763-F4B4-E93B-E8A7982410D5}"/>
              </a:ext>
            </a:extLst>
          </p:cNvPr>
          <p:cNvSpPr>
            <a:spLocks noGrp="1"/>
          </p:cNvSpPr>
          <p:nvPr>
            <p:ph type="subTitle" idx="1"/>
          </p:nvPr>
        </p:nvSpPr>
        <p:spPr/>
        <p:txBody>
          <a:bodyPr/>
          <a:lstStyle/>
          <a:p>
            <a:r>
              <a:rPr lang="en-US" dirty="0"/>
              <a:t>Kenzi Lamberto (1654201)</a:t>
            </a:r>
          </a:p>
          <a:p>
            <a:r>
              <a:rPr lang="en-US" dirty="0"/>
              <a:t>Supervised by Amanda Belton and Daniel</a:t>
            </a:r>
          </a:p>
        </p:txBody>
      </p:sp>
    </p:spTree>
    <p:extLst>
      <p:ext uri="{BB962C8B-B14F-4D97-AF65-F5344CB8AC3E}">
        <p14:creationId xmlns:p14="http://schemas.microsoft.com/office/powerpoint/2010/main" val="4017712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D227F-7F93-9B6A-3C93-7DC7ED4B3696}"/>
            </a:ext>
          </a:extLst>
        </p:cNvPr>
        <p:cNvGrpSpPr/>
        <p:nvPr/>
      </p:nvGrpSpPr>
      <p:grpSpPr>
        <a:xfrm>
          <a:off x="0" y="0"/>
          <a:ext cx="0" cy="0"/>
          <a:chOff x="0" y="0"/>
          <a:chExt cx="0" cy="0"/>
        </a:xfrm>
      </p:grpSpPr>
      <p:sp>
        <p:nvSpPr>
          <p:cNvPr id="4" name="Magnetic Disk 3">
            <a:extLst>
              <a:ext uri="{FF2B5EF4-FFF2-40B4-BE49-F238E27FC236}">
                <a16:creationId xmlns:a16="http://schemas.microsoft.com/office/drawing/2014/main" id="{C3B63C99-67D0-8AA2-060B-ABA80E30E2BD}"/>
              </a:ext>
            </a:extLst>
          </p:cNvPr>
          <p:cNvSpPr/>
          <p:nvPr/>
        </p:nvSpPr>
        <p:spPr>
          <a:xfrm>
            <a:off x="4845806" y="2282945"/>
            <a:ext cx="4842493" cy="890657"/>
          </a:xfrm>
          <a:prstGeom prst="flowChartMagneticDisk">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2">
                    <a:lumMod val="90000"/>
                    <a:lumOff val="10000"/>
                  </a:schemeClr>
                </a:solidFill>
              </a:rPr>
              <a:t>MRC Server</a:t>
            </a:r>
          </a:p>
        </p:txBody>
      </p:sp>
      <p:grpSp>
        <p:nvGrpSpPr>
          <p:cNvPr id="5" name="Group 4">
            <a:extLst>
              <a:ext uri="{FF2B5EF4-FFF2-40B4-BE49-F238E27FC236}">
                <a16:creationId xmlns:a16="http://schemas.microsoft.com/office/drawing/2014/main" id="{EA1CD6F0-B75B-F14A-5639-7FC746B68303}"/>
              </a:ext>
            </a:extLst>
          </p:cNvPr>
          <p:cNvGrpSpPr/>
          <p:nvPr/>
        </p:nvGrpSpPr>
        <p:grpSpPr>
          <a:xfrm>
            <a:off x="8341622" y="2482510"/>
            <a:ext cx="567203" cy="556715"/>
            <a:chOff x="5807949" y="4571290"/>
            <a:chExt cx="876331" cy="850764"/>
          </a:xfrm>
        </p:grpSpPr>
        <p:sp>
          <p:nvSpPr>
            <p:cNvPr id="6" name="Oval 5">
              <a:extLst>
                <a:ext uri="{FF2B5EF4-FFF2-40B4-BE49-F238E27FC236}">
                  <a16:creationId xmlns:a16="http://schemas.microsoft.com/office/drawing/2014/main" id="{85D7777A-6C85-A6E0-11D1-6DF55A67382F}"/>
                </a:ext>
              </a:extLst>
            </p:cNvPr>
            <p:cNvSpPr/>
            <p:nvPr/>
          </p:nvSpPr>
          <p:spPr>
            <a:xfrm>
              <a:off x="5807949" y="4571290"/>
              <a:ext cx="876331" cy="850764"/>
            </a:xfrm>
            <a:prstGeom prst="ellipse">
              <a:avLst/>
            </a:prstGeom>
            <a:solidFill>
              <a:srgbClr val="3BD25D"/>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2585A72-ABD2-5024-8DF7-2DD01430D19D}"/>
                </a:ext>
              </a:extLst>
            </p:cNvPr>
            <p:cNvSpPr/>
            <p:nvPr/>
          </p:nvSpPr>
          <p:spPr>
            <a:xfrm>
              <a:off x="5978452" y="4792312"/>
              <a:ext cx="532602" cy="432257"/>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9ECF19A-B66E-B79A-E1C2-B65D94240FFC}"/>
                </a:ext>
              </a:extLst>
            </p:cNvPr>
            <p:cNvSpPr/>
            <p:nvPr/>
          </p:nvSpPr>
          <p:spPr>
            <a:xfrm>
              <a:off x="6041298" y="4857443"/>
              <a:ext cx="411695" cy="308390"/>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BDAEB77-82DE-2727-5DDE-17179E75B9E2}"/>
                </a:ext>
              </a:extLst>
            </p:cNvPr>
            <p:cNvSpPr/>
            <p:nvPr/>
          </p:nvSpPr>
          <p:spPr>
            <a:xfrm>
              <a:off x="6115592" y="4925273"/>
              <a:ext cx="265838" cy="199131"/>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2F6C8EEB-6D6C-362D-4641-385F5AF35FCC}"/>
                </a:ext>
              </a:extLst>
            </p:cNvPr>
            <p:cNvSpPr txBox="1"/>
            <p:nvPr/>
          </p:nvSpPr>
          <p:spPr>
            <a:xfrm>
              <a:off x="5927725" y="4921490"/>
              <a:ext cx="644419" cy="353857"/>
            </a:xfrm>
            <a:custGeom>
              <a:avLst/>
              <a:gdLst>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330621"/>
                <a:gd name="csX1" fmla="*/ 644419 w 644419"/>
                <a:gd name="csY1" fmla="*/ 0 h 330621"/>
                <a:gd name="csX2" fmla="*/ 644419 w 644419"/>
                <a:gd name="csY2" fmla="*/ 276999 h 330621"/>
                <a:gd name="csX3" fmla="*/ 0 w 644419"/>
                <a:gd name="csY3" fmla="*/ 276999 h 330621"/>
                <a:gd name="csX4" fmla="*/ 0 w 644419"/>
                <a:gd name="csY4" fmla="*/ 0 h 330621"/>
                <a:gd name="csX0" fmla="*/ 0 w 644419"/>
                <a:gd name="csY0" fmla="*/ 0 h 353857"/>
                <a:gd name="csX1" fmla="*/ 644419 w 644419"/>
                <a:gd name="csY1" fmla="*/ 0 h 353857"/>
                <a:gd name="csX2" fmla="*/ 644419 w 644419"/>
                <a:gd name="csY2" fmla="*/ 276999 h 353857"/>
                <a:gd name="csX3" fmla="*/ 0 w 644419"/>
                <a:gd name="csY3" fmla="*/ 276999 h 353857"/>
                <a:gd name="csX4" fmla="*/ 0 w 644419"/>
                <a:gd name="csY4" fmla="*/ 0 h 353857"/>
              </a:gdLst>
              <a:ahLst/>
              <a:cxnLst>
                <a:cxn ang="0">
                  <a:pos x="csX0" y="csY0"/>
                </a:cxn>
                <a:cxn ang="0">
                  <a:pos x="csX1" y="csY1"/>
                </a:cxn>
                <a:cxn ang="0">
                  <a:pos x="csX2" y="csY2"/>
                </a:cxn>
                <a:cxn ang="0">
                  <a:pos x="csX3" y="csY3"/>
                </a:cxn>
                <a:cxn ang="0">
                  <a:pos x="csX4" y="csY4"/>
                </a:cxn>
              </a:cxnLst>
              <a:rect l="l" t="t" r="r" b="b"/>
              <a:pathLst>
                <a:path w="644419" h="353857">
                  <a:moveTo>
                    <a:pt x="0" y="0"/>
                  </a:moveTo>
                  <a:cubicBezTo>
                    <a:pt x="170356" y="149225"/>
                    <a:pt x="458188" y="120650"/>
                    <a:pt x="644419" y="0"/>
                  </a:cubicBezTo>
                  <a:lnTo>
                    <a:pt x="644419" y="276999"/>
                  </a:lnTo>
                  <a:cubicBezTo>
                    <a:pt x="432788" y="359549"/>
                    <a:pt x="202106" y="397649"/>
                    <a:pt x="0" y="276999"/>
                  </a:cubicBezTo>
                  <a:lnTo>
                    <a:pt x="0" y="0"/>
                  </a:lnTo>
                  <a:close/>
                </a:path>
              </a:pathLst>
            </a:custGeom>
            <a:solidFill>
              <a:srgbClr val="3BD25D"/>
            </a:solidFill>
          </p:spPr>
          <p:txBody>
            <a:bodyPr wrap="square" rtlCol="0">
              <a:spAutoFit/>
            </a:bodyPr>
            <a:lstStyle/>
            <a:p>
              <a:pPr algn="ctr"/>
              <a:endParaRPr lang="en-US" sz="1200" dirty="0">
                <a:effectLst>
                  <a:glow rad="63500">
                    <a:schemeClr val="bg1">
                      <a:alpha val="40000"/>
                    </a:schemeClr>
                  </a:glow>
                </a:effectLst>
                <a:latin typeface="Source Sans Pro" panose="020B0503030403020204" pitchFamily="34" charset="0"/>
                <a:ea typeface="Source Sans Pro" panose="020B0503030403020204" pitchFamily="34" charset="0"/>
              </a:endParaRPr>
            </a:p>
          </p:txBody>
        </p:sp>
      </p:grpSp>
      <p:sp>
        <p:nvSpPr>
          <p:cNvPr id="11" name="TextBox 10">
            <a:extLst>
              <a:ext uri="{FF2B5EF4-FFF2-40B4-BE49-F238E27FC236}">
                <a16:creationId xmlns:a16="http://schemas.microsoft.com/office/drawing/2014/main" id="{1B1BEC32-9E35-80EF-8BAB-4523FE1B6B73}"/>
              </a:ext>
            </a:extLst>
          </p:cNvPr>
          <p:cNvSpPr txBox="1"/>
          <p:nvPr/>
        </p:nvSpPr>
        <p:spPr>
          <a:xfrm>
            <a:off x="1789505" y="3206168"/>
            <a:ext cx="717211" cy="461665"/>
          </a:xfrm>
          <a:prstGeom prst="rect">
            <a:avLst/>
          </a:prstGeom>
          <a:solidFill>
            <a:schemeClr val="bg1"/>
          </a:solidFill>
        </p:spPr>
        <p:txBody>
          <a:bodyPr wrap="square" rtlCol="0">
            <a:spAutoFit/>
          </a:bodyPr>
          <a:lstStyle/>
          <a:p>
            <a:r>
              <a:rPr lang="en-US" sz="1200" i="1" dirty="0">
                <a:solidFill>
                  <a:schemeClr val="bg2">
                    <a:lumMod val="50000"/>
                  </a:schemeClr>
                </a:solidFill>
              </a:rPr>
              <a:t>  Spotify data</a:t>
            </a:r>
          </a:p>
        </p:txBody>
      </p:sp>
      <p:sp>
        <p:nvSpPr>
          <p:cNvPr id="12" name="Rounded Rectangle 11">
            <a:extLst>
              <a:ext uri="{FF2B5EF4-FFF2-40B4-BE49-F238E27FC236}">
                <a16:creationId xmlns:a16="http://schemas.microsoft.com/office/drawing/2014/main" id="{2A996AA4-68C1-F173-5BBF-F14D564E1953}"/>
              </a:ext>
            </a:extLst>
          </p:cNvPr>
          <p:cNvSpPr/>
          <p:nvPr/>
        </p:nvSpPr>
        <p:spPr>
          <a:xfrm>
            <a:off x="3498955" y="727239"/>
            <a:ext cx="4237965" cy="3755493"/>
          </a:xfrm>
          <a:prstGeom prst="roundRect">
            <a:avLst>
              <a:gd name="adj" fmla="val 7055"/>
            </a:avLst>
          </a:prstGeom>
          <a:noFill/>
          <a:ln w="57150">
            <a:solidFill>
              <a:schemeClr val="bg2">
                <a:lumMod val="9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C4F6AF33-159B-31CB-3FD3-A01D8F766434}"/>
              </a:ext>
            </a:extLst>
          </p:cNvPr>
          <p:cNvSpPr/>
          <p:nvPr/>
        </p:nvSpPr>
        <p:spPr>
          <a:xfrm>
            <a:off x="929020" y="2090414"/>
            <a:ext cx="2359271" cy="1141948"/>
          </a:xfrm>
          <a:prstGeom prst="roundRect">
            <a:avLst/>
          </a:prstGeom>
          <a:noFill/>
          <a:ln w="57150">
            <a:solidFill>
              <a:schemeClr val="bg2">
                <a:lumMod val="9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isplay 13">
            <a:extLst>
              <a:ext uri="{FF2B5EF4-FFF2-40B4-BE49-F238E27FC236}">
                <a16:creationId xmlns:a16="http://schemas.microsoft.com/office/drawing/2014/main" id="{48B225BD-B09F-139E-3EA3-CC6CFB128038}"/>
              </a:ext>
            </a:extLst>
          </p:cNvPr>
          <p:cNvSpPr/>
          <p:nvPr/>
        </p:nvSpPr>
        <p:spPr>
          <a:xfrm>
            <a:off x="5892537" y="3736806"/>
            <a:ext cx="1331239" cy="451700"/>
          </a:xfrm>
          <a:prstGeom prst="flowChartDisplay">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lumMod val="50000"/>
                    <a:lumOff val="50000"/>
                  </a:schemeClr>
                </a:solidFill>
              </a:rPr>
              <a:t>Extract</a:t>
            </a:r>
          </a:p>
        </p:txBody>
      </p:sp>
      <p:sp>
        <p:nvSpPr>
          <p:cNvPr id="15" name="TextBox 14">
            <a:extLst>
              <a:ext uri="{FF2B5EF4-FFF2-40B4-BE49-F238E27FC236}">
                <a16:creationId xmlns:a16="http://schemas.microsoft.com/office/drawing/2014/main" id="{9B6F15F1-6F17-F530-F0F2-8B66365F9979}"/>
              </a:ext>
            </a:extLst>
          </p:cNvPr>
          <p:cNvSpPr txBox="1"/>
          <p:nvPr/>
        </p:nvSpPr>
        <p:spPr>
          <a:xfrm>
            <a:off x="905962" y="1746264"/>
            <a:ext cx="1933605" cy="338554"/>
          </a:xfrm>
          <a:prstGeom prst="rect">
            <a:avLst/>
          </a:prstGeom>
          <a:noFill/>
        </p:spPr>
        <p:txBody>
          <a:bodyPr wrap="square" rtlCol="0">
            <a:spAutoFit/>
          </a:bodyPr>
          <a:lstStyle/>
          <a:p>
            <a:r>
              <a:rPr lang="en-US" sz="1600" dirty="0"/>
              <a:t>Collection</a:t>
            </a:r>
          </a:p>
        </p:txBody>
      </p:sp>
      <p:sp>
        <p:nvSpPr>
          <p:cNvPr id="16" name="Magnetic Disk 15">
            <a:extLst>
              <a:ext uri="{FF2B5EF4-FFF2-40B4-BE49-F238E27FC236}">
                <a16:creationId xmlns:a16="http://schemas.microsoft.com/office/drawing/2014/main" id="{15BC4BF3-5607-9348-C485-A473B09BF692}"/>
              </a:ext>
            </a:extLst>
          </p:cNvPr>
          <p:cNvSpPr/>
          <p:nvPr/>
        </p:nvSpPr>
        <p:spPr>
          <a:xfrm>
            <a:off x="1723741" y="2235213"/>
            <a:ext cx="1101751" cy="818399"/>
          </a:xfrm>
          <a:prstGeom prst="flowChartMagneticDisk">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accent1">
                    <a:lumMod val="50000"/>
                  </a:schemeClr>
                </a:solidFill>
              </a:rPr>
              <a:t>Local data</a:t>
            </a:r>
          </a:p>
        </p:txBody>
      </p:sp>
      <p:sp>
        <p:nvSpPr>
          <p:cNvPr id="17" name="Right Arrow 16">
            <a:extLst>
              <a:ext uri="{FF2B5EF4-FFF2-40B4-BE49-F238E27FC236}">
                <a16:creationId xmlns:a16="http://schemas.microsoft.com/office/drawing/2014/main" id="{14735936-06DB-B98D-90EE-10D433793E04}"/>
              </a:ext>
            </a:extLst>
          </p:cNvPr>
          <p:cNvSpPr/>
          <p:nvPr/>
        </p:nvSpPr>
        <p:spPr>
          <a:xfrm>
            <a:off x="3125951" y="2103599"/>
            <a:ext cx="1774105" cy="1030148"/>
          </a:xfrm>
          <a:prstGeom prst="rightArrow">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accent1">
                    <a:lumMod val="50000"/>
                  </a:schemeClr>
                </a:solidFill>
              </a:rPr>
              <a:t>Donated data merged into </a:t>
            </a:r>
            <a:r>
              <a:rPr lang="en-US" sz="1200" dirty="0" err="1">
                <a:solidFill>
                  <a:schemeClr val="accent1">
                    <a:lumMod val="50000"/>
                  </a:schemeClr>
                </a:solidFill>
              </a:rPr>
              <a:t>db</a:t>
            </a:r>
            <a:endParaRPr lang="en-US" sz="1200" dirty="0">
              <a:solidFill>
                <a:schemeClr val="accent1">
                  <a:lumMod val="50000"/>
                </a:schemeClr>
              </a:solidFill>
            </a:endParaRPr>
          </a:p>
        </p:txBody>
      </p:sp>
      <p:sp>
        <p:nvSpPr>
          <p:cNvPr id="18" name="TextBox 17">
            <a:extLst>
              <a:ext uri="{FF2B5EF4-FFF2-40B4-BE49-F238E27FC236}">
                <a16:creationId xmlns:a16="http://schemas.microsoft.com/office/drawing/2014/main" id="{E3141026-134C-D7A9-8A75-CF485B0C33F7}"/>
              </a:ext>
            </a:extLst>
          </p:cNvPr>
          <p:cNvSpPr txBox="1"/>
          <p:nvPr/>
        </p:nvSpPr>
        <p:spPr>
          <a:xfrm>
            <a:off x="905962" y="1399824"/>
            <a:ext cx="1118624" cy="430887"/>
          </a:xfrm>
          <a:prstGeom prst="rect">
            <a:avLst/>
          </a:prstGeom>
          <a:noFill/>
        </p:spPr>
        <p:txBody>
          <a:bodyPr wrap="square" rtlCol="0">
            <a:spAutoFit/>
          </a:bodyPr>
          <a:lstStyle/>
          <a:p>
            <a:r>
              <a:rPr lang="en-US" sz="2200" b="1" dirty="0"/>
              <a:t>Stage 1</a:t>
            </a:r>
          </a:p>
        </p:txBody>
      </p:sp>
      <p:sp>
        <p:nvSpPr>
          <p:cNvPr id="19" name="TextBox 18">
            <a:extLst>
              <a:ext uri="{FF2B5EF4-FFF2-40B4-BE49-F238E27FC236}">
                <a16:creationId xmlns:a16="http://schemas.microsoft.com/office/drawing/2014/main" id="{BEC43B91-E630-7DA3-E16E-25BB713B6858}"/>
              </a:ext>
            </a:extLst>
          </p:cNvPr>
          <p:cNvSpPr txBox="1"/>
          <p:nvPr/>
        </p:nvSpPr>
        <p:spPr>
          <a:xfrm>
            <a:off x="4876633" y="105191"/>
            <a:ext cx="1933605" cy="584775"/>
          </a:xfrm>
          <a:prstGeom prst="rect">
            <a:avLst/>
          </a:prstGeom>
          <a:noFill/>
        </p:spPr>
        <p:txBody>
          <a:bodyPr wrap="square" rtlCol="0">
            <a:spAutoFit/>
          </a:bodyPr>
          <a:lstStyle/>
          <a:p>
            <a:r>
              <a:rPr lang="en-US" sz="1600" dirty="0"/>
              <a:t>Aggregation and visualisation</a:t>
            </a:r>
          </a:p>
        </p:txBody>
      </p:sp>
      <p:sp>
        <p:nvSpPr>
          <p:cNvPr id="20" name="TextBox 19">
            <a:extLst>
              <a:ext uri="{FF2B5EF4-FFF2-40B4-BE49-F238E27FC236}">
                <a16:creationId xmlns:a16="http://schemas.microsoft.com/office/drawing/2014/main" id="{BB582C46-4E70-343B-0F74-15DAB91E5D35}"/>
              </a:ext>
            </a:extLst>
          </p:cNvPr>
          <p:cNvSpPr txBox="1"/>
          <p:nvPr/>
        </p:nvSpPr>
        <p:spPr>
          <a:xfrm>
            <a:off x="3842889" y="122123"/>
            <a:ext cx="1118624" cy="430887"/>
          </a:xfrm>
          <a:prstGeom prst="rect">
            <a:avLst/>
          </a:prstGeom>
          <a:noFill/>
        </p:spPr>
        <p:txBody>
          <a:bodyPr wrap="square" rtlCol="0">
            <a:spAutoFit/>
          </a:bodyPr>
          <a:lstStyle/>
          <a:p>
            <a:r>
              <a:rPr lang="en-US" sz="2200" b="1" dirty="0"/>
              <a:t>Stage 2</a:t>
            </a:r>
          </a:p>
        </p:txBody>
      </p:sp>
      <p:grpSp>
        <p:nvGrpSpPr>
          <p:cNvPr id="21" name="Group 20">
            <a:extLst>
              <a:ext uri="{FF2B5EF4-FFF2-40B4-BE49-F238E27FC236}">
                <a16:creationId xmlns:a16="http://schemas.microsoft.com/office/drawing/2014/main" id="{BF315728-0A96-E218-7651-8D74D95DBAC4}"/>
              </a:ext>
            </a:extLst>
          </p:cNvPr>
          <p:cNvGrpSpPr/>
          <p:nvPr/>
        </p:nvGrpSpPr>
        <p:grpSpPr>
          <a:xfrm>
            <a:off x="2042732" y="1346955"/>
            <a:ext cx="870898" cy="765976"/>
            <a:chOff x="8524897" y="1142884"/>
            <a:chExt cx="987380" cy="854415"/>
          </a:xfrm>
        </p:grpSpPr>
        <p:sp>
          <p:nvSpPr>
            <p:cNvPr id="22" name="Oval 21">
              <a:extLst>
                <a:ext uri="{FF2B5EF4-FFF2-40B4-BE49-F238E27FC236}">
                  <a16:creationId xmlns:a16="http://schemas.microsoft.com/office/drawing/2014/main" id="{1B2C178D-A3B2-0FFA-F0C9-B25CBBC96432}"/>
                </a:ext>
              </a:extLst>
            </p:cNvPr>
            <p:cNvSpPr/>
            <p:nvPr/>
          </p:nvSpPr>
          <p:spPr>
            <a:xfrm>
              <a:off x="8562271" y="1142884"/>
              <a:ext cx="914212" cy="854415"/>
            </a:xfrm>
            <a:prstGeom prst="ellipse">
              <a:avLst/>
            </a:prstGeom>
            <a:solidFill>
              <a:srgbClr val="3BD25D"/>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02CFC94-FA8D-0E31-8C82-C1EE6328E40E}"/>
                </a:ext>
              </a:extLst>
            </p:cNvPr>
            <p:cNvSpPr/>
            <p:nvPr/>
          </p:nvSpPr>
          <p:spPr>
            <a:xfrm>
              <a:off x="8740775" y="1320801"/>
              <a:ext cx="555625" cy="434112"/>
            </a:xfrm>
            <a:prstGeom prst="ellipse">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FD89B6C-7A08-F222-3F77-3555649CA02D}"/>
                </a:ext>
              </a:extLst>
            </p:cNvPr>
            <p:cNvSpPr/>
            <p:nvPr/>
          </p:nvSpPr>
          <p:spPr>
            <a:xfrm>
              <a:off x="8806337" y="1386212"/>
              <a:ext cx="429491" cy="309713"/>
            </a:xfrm>
            <a:prstGeom prst="ellipse">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08404178-11C8-B82F-8D7B-EC86B29BA685}"/>
                </a:ext>
              </a:extLst>
            </p:cNvPr>
            <p:cNvSpPr/>
            <p:nvPr/>
          </p:nvSpPr>
          <p:spPr>
            <a:xfrm>
              <a:off x="8883843" y="1454333"/>
              <a:ext cx="277329" cy="199986"/>
            </a:xfrm>
            <a:prstGeom prst="ellipse">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Graphic 25">
              <a:extLst>
                <a:ext uri="{FF2B5EF4-FFF2-40B4-BE49-F238E27FC236}">
                  <a16:creationId xmlns:a16="http://schemas.microsoft.com/office/drawing/2014/main" id="{AEB8EDFA-F317-41F6-084A-B0FD1565FA11}"/>
                </a:ext>
              </a:extLst>
            </p:cNvPr>
            <p:cNvPicPr>
              <a:picLocks noChangeAspect="1"/>
            </p:cNvPicPr>
            <p:nvPr/>
          </p:nvPicPr>
          <p:blipFill>
            <a:blip>
              <a:extLst>
                <a:ext uri="{96DAC541-7B7A-43D3-8B79-37D633B846F1}">
                  <asvg:svgBlip xmlns:asvg="http://schemas.microsoft.com/office/drawing/2016/SVG/main" r:embed="rId2"/>
                </a:ext>
              </a:extLst>
            </a:blip>
            <a:srcRect l="27892" t="53783" r="27625" b="1"/>
            <a:stretch>
              <a:fillRect/>
            </a:stretch>
          </p:blipFill>
          <p:spPr>
            <a:xfrm>
              <a:off x="8657826" y="1363707"/>
              <a:ext cx="701675" cy="499803"/>
            </a:xfrm>
            <a:prstGeom prst="rect">
              <a:avLst/>
            </a:prstGeom>
          </p:spPr>
        </p:pic>
        <p:sp>
          <p:nvSpPr>
            <p:cNvPr id="27" name="TextBox 26">
              <a:extLst>
                <a:ext uri="{FF2B5EF4-FFF2-40B4-BE49-F238E27FC236}">
                  <a16:creationId xmlns:a16="http://schemas.microsoft.com/office/drawing/2014/main" id="{453B6F62-29F4-B05B-F097-A3BA394842B8}"/>
                </a:ext>
              </a:extLst>
            </p:cNvPr>
            <p:cNvSpPr txBox="1"/>
            <p:nvPr/>
          </p:nvSpPr>
          <p:spPr>
            <a:xfrm>
              <a:off x="8524897" y="1494587"/>
              <a:ext cx="987380" cy="461665"/>
            </a:xfrm>
            <a:prstGeom prst="rect">
              <a:avLst/>
            </a:prstGeom>
            <a:noFill/>
          </p:spPr>
          <p:txBody>
            <a:bodyPr wrap="square" rtlCol="0">
              <a:spAutoFit/>
            </a:bodyPr>
            <a:lstStyle/>
            <a:p>
              <a:pPr algn="ctr"/>
              <a:r>
                <a:rPr lang="en-US" sz="1200" dirty="0">
                  <a:effectLst>
                    <a:glow rad="63500">
                      <a:schemeClr val="bg1">
                        <a:alpha val="40000"/>
                      </a:schemeClr>
                    </a:glow>
                  </a:effectLst>
                  <a:latin typeface="Source Sans Pro" panose="020B0503030403020204" pitchFamily="34" charset="0"/>
                  <a:ea typeface="Source Sans Pro" panose="020B0503030403020204" pitchFamily="34" charset="0"/>
                </a:rPr>
                <a:t>Spotify</a:t>
              </a:r>
            </a:p>
            <a:p>
              <a:pPr algn="ctr"/>
              <a:r>
                <a:rPr lang="en-US" sz="1200" dirty="0">
                  <a:effectLst>
                    <a:glow rad="63500">
                      <a:schemeClr val="bg1">
                        <a:alpha val="40000"/>
                      </a:schemeClr>
                    </a:glow>
                  </a:effectLst>
                  <a:latin typeface="Source Sans Pro" panose="020B0503030403020204" pitchFamily="34" charset="0"/>
                  <a:ea typeface="Source Sans Pro" panose="020B0503030403020204" pitchFamily="34" charset="0"/>
                </a:rPr>
                <a:t>Data</a:t>
              </a:r>
            </a:p>
          </p:txBody>
        </p:sp>
      </p:grpSp>
      <p:grpSp>
        <p:nvGrpSpPr>
          <p:cNvPr id="28" name="Group 27">
            <a:extLst>
              <a:ext uri="{FF2B5EF4-FFF2-40B4-BE49-F238E27FC236}">
                <a16:creationId xmlns:a16="http://schemas.microsoft.com/office/drawing/2014/main" id="{49590F62-8F3F-7DE1-FB33-00DE8A2164B9}"/>
              </a:ext>
            </a:extLst>
          </p:cNvPr>
          <p:cNvGrpSpPr/>
          <p:nvPr/>
        </p:nvGrpSpPr>
        <p:grpSpPr>
          <a:xfrm>
            <a:off x="6396154" y="-2852"/>
            <a:ext cx="870898" cy="765976"/>
            <a:chOff x="8524897" y="1142884"/>
            <a:chExt cx="987380" cy="854415"/>
          </a:xfrm>
        </p:grpSpPr>
        <p:sp>
          <p:nvSpPr>
            <p:cNvPr id="29" name="Oval 28">
              <a:extLst>
                <a:ext uri="{FF2B5EF4-FFF2-40B4-BE49-F238E27FC236}">
                  <a16:creationId xmlns:a16="http://schemas.microsoft.com/office/drawing/2014/main" id="{FEE0CEB5-214F-4AA3-D067-C0A30893CD52}"/>
                </a:ext>
              </a:extLst>
            </p:cNvPr>
            <p:cNvSpPr/>
            <p:nvPr/>
          </p:nvSpPr>
          <p:spPr>
            <a:xfrm>
              <a:off x="8562271" y="1142884"/>
              <a:ext cx="914212" cy="854415"/>
            </a:xfrm>
            <a:prstGeom prst="ellipse">
              <a:avLst/>
            </a:prstGeom>
            <a:solidFill>
              <a:srgbClr val="3BD25D"/>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742FF041-420D-54FA-313C-73DE2D921B84}"/>
                </a:ext>
              </a:extLst>
            </p:cNvPr>
            <p:cNvSpPr/>
            <p:nvPr/>
          </p:nvSpPr>
          <p:spPr>
            <a:xfrm>
              <a:off x="8740775" y="1320801"/>
              <a:ext cx="555625" cy="434112"/>
            </a:xfrm>
            <a:prstGeom prst="ellipse">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ED74F6E5-A465-2464-E7F5-69EE5914750B}"/>
                </a:ext>
              </a:extLst>
            </p:cNvPr>
            <p:cNvSpPr/>
            <p:nvPr/>
          </p:nvSpPr>
          <p:spPr>
            <a:xfrm>
              <a:off x="8806337" y="1386212"/>
              <a:ext cx="429491" cy="309713"/>
            </a:xfrm>
            <a:prstGeom prst="ellipse">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E998B0BD-29BA-0C77-E304-17593EE66A8B}"/>
                </a:ext>
              </a:extLst>
            </p:cNvPr>
            <p:cNvSpPr/>
            <p:nvPr/>
          </p:nvSpPr>
          <p:spPr>
            <a:xfrm>
              <a:off x="8883843" y="1454333"/>
              <a:ext cx="277329" cy="199986"/>
            </a:xfrm>
            <a:prstGeom prst="ellipse">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3" name="Graphic 32">
              <a:extLst>
                <a:ext uri="{FF2B5EF4-FFF2-40B4-BE49-F238E27FC236}">
                  <a16:creationId xmlns:a16="http://schemas.microsoft.com/office/drawing/2014/main" id="{92F9C51D-BCB4-182E-0EB8-0B0136672A34}"/>
                </a:ext>
              </a:extLst>
            </p:cNvPr>
            <p:cNvPicPr>
              <a:picLocks noChangeAspect="1"/>
            </p:cNvPicPr>
            <p:nvPr/>
          </p:nvPicPr>
          <p:blipFill>
            <a:blip>
              <a:extLst>
                <a:ext uri="{96DAC541-7B7A-43D3-8B79-37D633B846F1}">
                  <asvg:svgBlip xmlns:asvg="http://schemas.microsoft.com/office/drawing/2016/SVG/main" r:embed="rId2"/>
                </a:ext>
              </a:extLst>
            </a:blip>
            <a:srcRect l="27892" t="53783" r="27625" b="1"/>
            <a:stretch>
              <a:fillRect/>
            </a:stretch>
          </p:blipFill>
          <p:spPr>
            <a:xfrm>
              <a:off x="8657826" y="1363707"/>
              <a:ext cx="701675" cy="499803"/>
            </a:xfrm>
            <a:prstGeom prst="rect">
              <a:avLst/>
            </a:prstGeom>
          </p:spPr>
        </p:pic>
        <p:sp>
          <p:nvSpPr>
            <p:cNvPr id="34" name="TextBox 33">
              <a:extLst>
                <a:ext uri="{FF2B5EF4-FFF2-40B4-BE49-F238E27FC236}">
                  <a16:creationId xmlns:a16="http://schemas.microsoft.com/office/drawing/2014/main" id="{0E6C0245-47BA-8AAE-BCBB-2BAA9F417083}"/>
                </a:ext>
              </a:extLst>
            </p:cNvPr>
            <p:cNvSpPr txBox="1"/>
            <p:nvPr/>
          </p:nvSpPr>
          <p:spPr>
            <a:xfrm>
              <a:off x="8524897" y="1494587"/>
              <a:ext cx="987380" cy="461665"/>
            </a:xfrm>
            <a:prstGeom prst="rect">
              <a:avLst/>
            </a:prstGeom>
            <a:noFill/>
          </p:spPr>
          <p:txBody>
            <a:bodyPr wrap="square" rtlCol="0">
              <a:spAutoFit/>
            </a:bodyPr>
            <a:lstStyle/>
            <a:p>
              <a:pPr algn="ctr"/>
              <a:r>
                <a:rPr lang="en-US" sz="1200" dirty="0">
                  <a:effectLst>
                    <a:glow rad="63500">
                      <a:schemeClr val="bg1">
                        <a:alpha val="40000"/>
                      </a:schemeClr>
                    </a:glow>
                  </a:effectLst>
                  <a:latin typeface="Source Sans Pro" panose="020B0503030403020204" pitchFamily="34" charset="0"/>
                  <a:ea typeface="Source Sans Pro" panose="020B0503030403020204" pitchFamily="34" charset="0"/>
                </a:rPr>
                <a:t>Spotify</a:t>
              </a:r>
            </a:p>
            <a:p>
              <a:pPr algn="ctr"/>
              <a:r>
                <a:rPr lang="en-US" sz="1200" dirty="0">
                  <a:effectLst>
                    <a:glow rad="63500">
                      <a:schemeClr val="bg1">
                        <a:alpha val="40000"/>
                      </a:schemeClr>
                    </a:glow>
                  </a:effectLst>
                  <a:latin typeface="Source Sans Pro" panose="020B0503030403020204" pitchFamily="34" charset="0"/>
                  <a:ea typeface="Source Sans Pro" panose="020B0503030403020204" pitchFamily="34" charset="0"/>
                </a:rPr>
                <a:t>Data</a:t>
              </a:r>
            </a:p>
          </p:txBody>
        </p:sp>
      </p:grpSp>
      <p:grpSp>
        <p:nvGrpSpPr>
          <p:cNvPr id="35" name="Group 34">
            <a:extLst>
              <a:ext uri="{FF2B5EF4-FFF2-40B4-BE49-F238E27FC236}">
                <a16:creationId xmlns:a16="http://schemas.microsoft.com/office/drawing/2014/main" id="{F68B4933-09B0-1A32-6AC4-1D864C263F7A}"/>
              </a:ext>
            </a:extLst>
          </p:cNvPr>
          <p:cNvGrpSpPr/>
          <p:nvPr/>
        </p:nvGrpSpPr>
        <p:grpSpPr>
          <a:xfrm>
            <a:off x="598280" y="3621722"/>
            <a:ext cx="1171442" cy="1358680"/>
            <a:chOff x="984774" y="2991150"/>
            <a:chExt cx="914400" cy="979888"/>
          </a:xfrm>
        </p:grpSpPr>
        <p:pic>
          <p:nvPicPr>
            <p:cNvPr id="36" name="Graphic 35" descr="User with solid fill">
              <a:extLst>
                <a:ext uri="{FF2B5EF4-FFF2-40B4-BE49-F238E27FC236}">
                  <a16:creationId xmlns:a16="http://schemas.microsoft.com/office/drawing/2014/main" id="{07F14756-7E75-DD8C-2C14-2EA5A5563B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4774" y="2991150"/>
              <a:ext cx="914400" cy="914400"/>
            </a:xfrm>
            <a:prstGeom prst="rect">
              <a:avLst/>
            </a:prstGeom>
          </p:spPr>
        </p:pic>
        <p:sp>
          <p:nvSpPr>
            <p:cNvPr id="37" name="TextBox 36">
              <a:extLst>
                <a:ext uri="{FF2B5EF4-FFF2-40B4-BE49-F238E27FC236}">
                  <a16:creationId xmlns:a16="http://schemas.microsoft.com/office/drawing/2014/main" id="{B91D6321-77BF-89A5-E1EF-64FF8D220E4F}"/>
                </a:ext>
              </a:extLst>
            </p:cNvPr>
            <p:cNvSpPr txBox="1"/>
            <p:nvPr/>
          </p:nvSpPr>
          <p:spPr>
            <a:xfrm>
              <a:off x="984775" y="3754207"/>
              <a:ext cx="867314" cy="216831"/>
            </a:xfrm>
            <a:prstGeom prst="rect">
              <a:avLst/>
            </a:prstGeom>
            <a:noFill/>
          </p:spPr>
          <p:txBody>
            <a:bodyPr wrap="square" rtlCol="0">
              <a:spAutoFit/>
            </a:bodyPr>
            <a:lstStyle/>
            <a:p>
              <a:pPr algn="ctr"/>
              <a:r>
                <a:rPr lang="en-US" sz="1400" dirty="0"/>
                <a:t>Participant</a:t>
              </a:r>
            </a:p>
          </p:txBody>
        </p:sp>
      </p:grpSp>
      <p:grpSp>
        <p:nvGrpSpPr>
          <p:cNvPr id="38" name="Group 37">
            <a:extLst>
              <a:ext uri="{FF2B5EF4-FFF2-40B4-BE49-F238E27FC236}">
                <a16:creationId xmlns:a16="http://schemas.microsoft.com/office/drawing/2014/main" id="{520B6C53-017E-C76F-459F-B390B71D6A69}"/>
              </a:ext>
            </a:extLst>
          </p:cNvPr>
          <p:cNvGrpSpPr/>
          <p:nvPr/>
        </p:nvGrpSpPr>
        <p:grpSpPr>
          <a:xfrm>
            <a:off x="3516535" y="744547"/>
            <a:ext cx="1681915" cy="1070834"/>
            <a:chOff x="984774" y="2991150"/>
            <a:chExt cx="1739974" cy="1070834"/>
          </a:xfrm>
        </p:grpSpPr>
        <p:pic>
          <p:nvPicPr>
            <p:cNvPr id="39" name="Graphic 38" descr="User with solid fill">
              <a:extLst>
                <a:ext uri="{FF2B5EF4-FFF2-40B4-BE49-F238E27FC236}">
                  <a16:creationId xmlns:a16="http://schemas.microsoft.com/office/drawing/2014/main" id="{5D870692-D617-8360-109B-9E8987FF2F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4774" y="2991150"/>
              <a:ext cx="914400" cy="914400"/>
            </a:xfrm>
            <a:prstGeom prst="rect">
              <a:avLst/>
            </a:prstGeom>
          </p:spPr>
        </p:pic>
        <p:sp>
          <p:nvSpPr>
            <p:cNvPr id="40" name="TextBox 39">
              <a:extLst>
                <a:ext uri="{FF2B5EF4-FFF2-40B4-BE49-F238E27FC236}">
                  <a16:creationId xmlns:a16="http://schemas.microsoft.com/office/drawing/2014/main" id="{D2746CE5-C747-2E2E-A531-CC42C242F96F}"/>
                </a:ext>
              </a:extLst>
            </p:cNvPr>
            <p:cNvSpPr txBox="1"/>
            <p:nvPr/>
          </p:nvSpPr>
          <p:spPr>
            <a:xfrm>
              <a:off x="984774" y="3754207"/>
              <a:ext cx="1739974" cy="307777"/>
            </a:xfrm>
            <a:prstGeom prst="rect">
              <a:avLst/>
            </a:prstGeom>
            <a:noFill/>
          </p:spPr>
          <p:txBody>
            <a:bodyPr wrap="square" rtlCol="0">
              <a:spAutoFit/>
            </a:bodyPr>
            <a:lstStyle/>
            <a:p>
              <a:r>
                <a:rPr lang="en-US" sz="1400" dirty="0"/>
                <a:t>Researcher</a:t>
              </a:r>
            </a:p>
          </p:txBody>
        </p:sp>
      </p:grpSp>
      <p:sp>
        <p:nvSpPr>
          <p:cNvPr id="41" name="Right Arrow 40">
            <a:extLst>
              <a:ext uri="{FF2B5EF4-FFF2-40B4-BE49-F238E27FC236}">
                <a16:creationId xmlns:a16="http://schemas.microsoft.com/office/drawing/2014/main" id="{63137302-B3C4-B0F7-F4C9-9F14C8529486}"/>
              </a:ext>
            </a:extLst>
          </p:cNvPr>
          <p:cNvSpPr/>
          <p:nvPr/>
        </p:nvSpPr>
        <p:spPr>
          <a:xfrm rot="16200000">
            <a:off x="5191877" y="1862863"/>
            <a:ext cx="449727" cy="324012"/>
          </a:xfrm>
          <a:prstGeom prst="rightArrow">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accent6">
                  <a:lumMod val="50000"/>
                </a:schemeClr>
              </a:solidFill>
            </a:endParaRPr>
          </a:p>
        </p:txBody>
      </p:sp>
      <p:sp>
        <p:nvSpPr>
          <p:cNvPr id="42" name="Display 41">
            <a:extLst>
              <a:ext uri="{FF2B5EF4-FFF2-40B4-BE49-F238E27FC236}">
                <a16:creationId xmlns:a16="http://schemas.microsoft.com/office/drawing/2014/main" id="{C12BEC50-953D-250B-BB74-CD8F361F2C58}"/>
              </a:ext>
            </a:extLst>
          </p:cNvPr>
          <p:cNvSpPr/>
          <p:nvPr/>
        </p:nvSpPr>
        <p:spPr>
          <a:xfrm>
            <a:off x="4893747" y="3599057"/>
            <a:ext cx="1331239" cy="451700"/>
          </a:xfrm>
          <a:prstGeom prst="flowChartDisplay">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lumMod val="50000"/>
                    <a:lumOff val="50000"/>
                  </a:schemeClr>
                </a:solidFill>
              </a:rPr>
              <a:t>Viz</a:t>
            </a:r>
          </a:p>
        </p:txBody>
      </p:sp>
      <p:sp>
        <p:nvSpPr>
          <p:cNvPr id="43" name="Right Arrow 42">
            <a:extLst>
              <a:ext uri="{FF2B5EF4-FFF2-40B4-BE49-F238E27FC236}">
                <a16:creationId xmlns:a16="http://schemas.microsoft.com/office/drawing/2014/main" id="{91592B84-223D-8975-2247-52798D154F32}"/>
              </a:ext>
            </a:extLst>
          </p:cNvPr>
          <p:cNvSpPr/>
          <p:nvPr/>
        </p:nvSpPr>
        <p:spPr>
          <a:xfrm rot="10800000">
            <a:off x="4341818" y="1108958"/>
            <a:ext cx="376045" cy="307777"/>
          </a:xfrm>
          <a:prstGeom prst="rightArrow">
            <a:avLst>
              <a:gd name="adj1" fmla="val 50000"/>
              <a:gd name="adj2" fmla="val 35351"/>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accent6">
                  <a:lumMod val="50000"/>
                </a:schemeClr>
              </a:solidFill>
            </a:endParaRPr>
          </a:p>
        </p:txBody>
      </p:sp>
      <p:sp>
        <p:nvSpPr>
          <p:cNvPr id="44" name="Right Arrow 43">
            <a:extLst>
              <a:ext uri="{FF2B5EF4-FFF2-40B4-BE49-F238E27FC236}">
                <a16:creationId xmlns:a16="http://schemas.microsoft.com/office/drawing/2014/main" id="{29A2510C-5C52-0272-3542-EBF01FCE0C93}"/>
              </a:ext>
            </a:extLst>
          </p:cNvPr>
          <p:cNvSpPr/>
          <p:nvPr/>
        </p:nvSpPr>
        <p:spPr>
          <a:xfrm rot="18726601">
            <a:off x="1380499" y="3198186"/>
            <a:ext cx="606761" cy="350567"/>
          </a:xfrm>
          <a:prstGeom prst="rightArrow">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endParaRPr lang="en-US" sz="1200" dirty="0">
              <a:solidFill>
                <a:schemeClr val="accent6">
                  <a:lumMod val="50000"/>
                </a:schemeClr>
              </a:solidFill>
            </a:endParaRPr>
          </a:p>
        </p:txBody>
      </p:sp>
      <p:sp>
        <p:nvSpPr>
          <p:cNvPr id="45" name="TextBox 44">
            <a:extLst>
              <a:ext uri="{FF2B5EF4-FFF2-40B4-BE49-F238E27FC236}">
                <a16:creationId xmlns:a16="http://schemas.microsoft.com/office/drawing/2014/main" id="{2CD49CF7-38F1-6055-5F42-EB5B99366071}"/>
              </a:ext>
            </a:extLst>
          </p:cNvPr>
          <p:cNvSpPr txBox="1"/>
          <p:nvPr/>
        </p:nvSpPr>
        <p:spPr>
          <a:xfrm>
            <a:off x="9177644" y="122888"/>
            <a:ext cx="1933605" cy="584775"/>
          </a:xfrm>
          <a:prstGeom prst="rect">
            <a:avLst/>
          </a:prstGeom>
          <a:noFill/>
        </p:spPr>
        <p:txBody>
          <a:bodyPr wrap="square" rtlCol="0">
            <a:spAutoFit/>
          </a:bodyPr>
          <a:lstStyle/>
          <a:p>
            <a:r>
              <a:rPr lang="en-US" sz="1600" dirty="0"/>
              <a:t>Augment with sensemaking data</a:t>
            </a:r>
          </a:p>
        </p:txBody>
      </p:sp>
      <p:sp>
        <p:nvSpPr>
          <p:cNvPr id="46" name="TextBox 45">
            <a:extLst>
              <a:ext uri="{FF2B5EF4-FFF2-40B4-BE49-F238E27FC236}">
                <a16:creationId xmlns:a16="http://schemas.microsoft.com/office/drawing/2014/main" id="{F358212A-A327-0CD1-6325-5176D3AE9A9C}"/>
              </a:ext>
            </a:extLst>
          </p:cNvPr>
          <p:cNvSpPr txBox="1"/>
          <p:nvPr/>
        </p:nvSpPr>
        <p:spPr>
          <a:xfrm>
            <a:off x="8143361" y="143767"/>
            <a:ext cx="1118624" cy="430887"/>
          </a:xfrm>
          <a:prstGeom prst="rect">
            <a:avLst/>
          </a:prstGeom>
          <a:noFill/>
        </p:spPr>
        <p:txBody>
          <a:bodyPr wrap="square" rtlCol="0">
            <a:spAutoFit/>
          </a:bodyPr>
          <a:lstStyle/>
          <a:p>
            <a:r>
              <a:rPr lang="en-US" sz="2200" b="1" dirty="0"/>
              <a:t>Stage 3</a:t>
            </a:r>
          </a:p>
        </p:txBody>
      </p:sp>
      <p:sp>
        <p:nvSpPr>
          <p:cNvPr id="47" name="Rounded Rectangle 46">
            <a:extLst>
              <a:ext uri="{FF2B5EF4-FFF2-40B4-BE49-F238E27FC236}">
                <a16:creationId xmlns:a16="http://schemas.microsoft.com/office/drawing/2014/main" id="{002D2791-71A1-596F-EFA9-B9A0F8C75D37}"/>
              </a:ext>
            </a:extLst>
          </p:cNvPr>
          <p:cNvSpPr/>
          <p:nvPr/>
        </p:nvSpPr>
        <p:spPr>
          <a:xfrm>
            <a:off x="8064823" y="727239"/>
            <a:ext cx="3987477" cy="3755493"/>
          </a:xfrm>
          <a:prstGeom prst="roundRect">
            <a:avLst>
              <a:gd name="adj" fmla="val 7055"/>
            </a:avLst>
          </a:prstGeom>
          <a:noFill/>
          <a:ln w="57150">
            <a:solidFill>
              <a:schemeClr val="bg2">
                <a:lumMod val="9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ight Arrow 47">
            <a:extLst>
              <a:ext uri="{FF2B5EF4-FFF2-40B4-BE49-F238E27FC236}">
                <a16:creationId xmlns:a16="http://schemas.microsoft.com/office/drawing/2014/main" id="{000BC328-369A-B96C-CD9D-AA48A1959B73}"/>
              </a:ext>
            </a:extLst>
          </p:cNvPr>
          <p:cNvSpPr/>
          <p:nvPr/>
        </p:nvSpPr>
        <p:spPr>
          <a:xfrm rot="5400000">
            <a:off x="5281887" y="3214471"/>
            <a:ext cx="336460" cy="335917"/>
          </a:xfrm>
          <a:prstGeom prst="rightArrow">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accent6">
                  <a:lumMod val="50000"/>
                </a:schemeClr>
              </a:solidFill>
            </a:endParaRPr>
          </a:p>
        </p:txBody>
      </p:sp>
      <p:grpSp>
        <p:nvGrpSpPr>
          <p:cNvPr id="49" name="Group 48">
            <a:extLst>
              <a:ext uri="{FF2B5EF4-FFF2-40B4-BE49-F238E27FC236}">
                <a16:creationId xmlns:a16="http://schemas.microsoft.com/office/drawing/2014/main" id="{32D181C4-286E-37B3-6687-3E96C2F4B040}"/>
              </a:ext>
            </a:extLst>
          </p:cNvPr>
          <p:cNvGrpSpPr/>
          <p:nvPr/>
        </p:nvGrpSpPr>
        <p:grpSpPr>
          <a:xfrm>
            <a:off x="10001261" y="898014"/>
            <a:ext cx="1739974" cy="1070834"/>
            <a:chOff x="984774" y="2991150"/>
            <a:chExt cx="1739974" cy="1070834"/>
          </a:xfrm>
        </p:grpSpPr>
        <p:pic>
          <p:nvPicPr>
            <p:cNvPr id="50" name="Graphic 49" descr="User with solid fill">
              <a:extLst>
                <a:ext uri="{FF2B5EF4-FFF2-40B4-BE49-F238E27FC236}">
                  <a16:creationId xmlns:a16="http://schemas.microsoft.com/office/drawing/2014/main" id="{00DC7455-B3BF-AA61-AE3F-F00D219F38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4774" y="2991150"/>
              <a:ext cx="914400" cy="914400"/>
            </a:xfrm>
            <a:prstGeom prst="rect">
              <a:avLst/>
            </a:prstGeom>
          </p:spPr>
        </p:pic>
        <p:sp>
          <p:nvSpPr>
            <p:cNvPr id="51" name="TextBox 50">
              <a:extLst>
                <a:ext uri="{FF2B5EF4-FFF2-40B4-BE49-F238E27FC236}">
                  <a16:creationId xmlns:a16="http://schemas.microsoft.com/office/drawing/2014/main" id="{4237CE00-0C25-E5B5-FDD7-BD17A7191582}"/>
                </a:ext>
              </a:extLst>
            </p:cNvPr>
            <p:cNvSpPr txBox="1"/>
            <p:nvPr/>
          </p:nvSpPr>
          <p:spPr>
            <a:xfrm>
              <a:off x="984774" y="3754207"/>
              <a:ext cx="1739974" cy="307777"/>
            </a:xfrm>
            <a:prstGeom prst="rect">
              <a:avLst/>
            </a:prstGeom>
            <a:noFill/>
          </p:spPr>
          <p:txBody>
            <a:bodyPr wrap="square" rtlCol="0">
              <a:spAutoFit/>
            </a:bodyPr>
            <a:lstStyle/>
            <a:p>
              <a:r>
                <a:rPr lang="en-US" sz="1400" dirty="0"/>
                <a:t>Participant</a:t>
              </a:r>
            </a:p>
          </p:txBody>
        </p:sp>
      </p:grpSp>
      <p:grpSp>
        <p:nvGrpSpPr>
          <p:cNvPr id="52" name="Group 51">
            <a:extLst>
              <a:ext uri="{FF2B5EF4-FFF2-40B4-BE49-F238E27FC236}">
                <a16:creationId xmlns:a16="http://schemas.microsoft.com/office/drawing/2014/main" id="{A31A908F-0A21-16F2-49C2-3D36FE14A893}"/>
              </a:ext>
            </a:extLst>
          </p:cNvPr>
          <p:cNvGrpSpPr/>
          <p:nvPr/>
        </p:nvGrpSpPr>
        <p:grpSpPr>
          <a:xfrm>
            <a:off x="4583821" y="4653958"/>
            <a:ext cx="2651788" cy="1736473"/>
            <a:chOff x="984774" y="2991149"/>
            <a:chExt cx="1739974" cy="1070835"/>
          </a:xfrm>
        </p:grpSpPr>
        <p:pic>
          <p:nvPicPr>
            <p:cNvPr id="53" name="Graphic 52" descr="Users with solid fill">
              <a:extLst>
                <a:ext uri="{FF2B5EF4-FFF2-40B4-BE49-F238E27FC236}">
                  <a16:creationId xmlns:a16="http://schemas.microsoft.com/office/drawing/2014/main" id="{EB79FF1D-9018-21DE-8EEF-592F8C8033F4}"/>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84774" y="2991149"/>
              <a:ext cx="1038374" cy="1038374"/>
            </a:xfrm>
            <a:prstGeom prst="rect">
              <a:avLst/>
            </a:prstGeom>
          </p:spPr>
        </p:pic>
        <p:sp>
          <p:nvSpPr>
            <p:cNvPr id="54" name="TextBox 53">
              <a:extLst>
                <a:ext uri="{FF2B5EF4-FFF2-40B4-BE49-F238E27FC236}">
                  <a16:creationId xmlns:a16="http://schemas.microsoft.com/office/drawing/2014/main" id="{330AC87E-DD30-9435-F3FA-17DFBA9C6094}"/>
                </a:ext>
              </a:extLst>
            </p:cNvPr>
            <p:cNvSpPr txBox="1"/>
            <p:nvPr/>
          </p:nvSpPr>
          <p:spPr>
            <a:xfrm>
              <a:off x="984774" y="3754207"/>
              <a:ext cx="1739974" cy="307777"/>
            </a:xfrm>
            <a:prstGeom prst="rect">
              <a:avLst/>
            </a:prstGeom>
            <a:noFill/>
          </p:spPr>
          <p:txBody>
            <a:bodyPr wrap="square" rtlCol="0">
              <a:spAutoFit/>
            </a:bodyPr>
            <a:lstStyle/>
            <a:p>
              <a:r>
                <a:rPr lang="en-US" sz="1400" dirty="0"/>
                <a:t>Researchers</a:t>
              </a:r>
            </a:p>
          </p:txBody>
        </p:sp>
      </p:grpSp>
      <p:grpSp>
        <p:nvGrpSpPr>
          <p:cNvPr id="55" name="Group 54">
            <a:extLst>
              <a:ext uri="{FF2B5EF4-FFF2-40B4-BE49-F238E27FC236}">
                <a16:creationId xmlns:a16="http://schemas.microsoft.com/office/drawing/2014/main" id="{B8721D5F-4165-FF21-9A1A-16194B659AED}"/>
              </a:ext>
            </a:extLst>
          </p:cNvPr>
          <p:cNvGrpSpPr/>
          <p:nvPr/>
        </p:nvGrpSpPr>
        <p:grpSpPr>
          <a:xfrm>
            <a:off x="10737479" y="1604609"/>
            <a:ext cx="1739974" cy="1070834"/>
            <a:chOff x="984774" y="2991150"/>
            <a:chExt cx="1739974" cy="1070834"/>
          </a:xfrm>
        </p:grpSpPr>
        <p:pic>
          <p:nvPicPr>
            <p:cNvPr id="56" name="Graphic 55" descr="User with solid fill">
              <a:extLst>
                <a:ext uri="{FF2B5EF4-FFF2-40B4-BE49-F238E27FC236}">
                  <a16:creationId xmlns:a16="http://schemas.microsoft.com/office/drawing/2014/main" id="{8B8A7173-F163-3A6D-655C-1ED32B210A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4774" y="2991150"/>
              <a:ext cx="914400" cy="914400"/>
            </a:xfrm>
            <a:prstGeom prst="rect">
              <a:avLst/>
            </a:prstGeom>
          </p:spPr>
        </p:pic>
        <p:sp>
          <p:nvSpPr>
            <p:cNvPr id="57" name="TextBox 56">
              <a:extLst>
                <a:ext uri="{FF2B5EF4-FFF2-40B4-BE49-F238E27FC236}">
                  <a16:creationId xmlns:a16="http://schemas.microsoft.com/office/drawing/2014/main" id="{818B4D7D-78AF-6E56-3368-F95EB86013C9}"/>
                </a:ext>
              </a:extLst>
            </p:cNvPr>
            <p:cNvSpPr txBox="1"/>
            <p:nvPr/>
          </p:nvSpPr>
          <p:spPr>
            <a:xfrm>
              <a:off x="984774" y="3754207"/>
              <a:ext cx="1739974" cy="307777"/>
            </a:xfrm>
            <a:prstGeom prst="rect">
              <a:avLst/>
            </a:prstGeom>
            <a:noFill/>
          </p:spPr>
          <p:txBody>
            <a:bodyPr wrap="square" rtlCol="0">
              <a:spAutoFit/>
            </a:bodyPr>
            <a:lstStyle/>
            <a:p>
              <a:r>
                <a:rPr lang="en-US" sz="1400" dirty="0"/>
                <a:t>Researcher</a:t>
              </a:r>
            </a:p>
          </p:txBody>
        </p:sp>
      </p:grpSp>
      <p:sp>
        <p:nvSpPr>
          <p:cNvPr id="58" name="Bent Up Arrow 57">
            <a:extLst>
              <a:ext uri="{FF2B5EF4-FFF2-40B4-BE49-F238E27FC236}">
                <a16:creationId xmlns:a16="http://schemas.microsoft.com/office/drawing/2014/main" id="{F03FC76E-24D6-4F6B-7472-DC1E101B37AC}"/>
              </a:ext>
            </a:extLst>
          </p:cNvPr>
          <p:cNvSpPr/>
          <p:nvPr/>
        </p:nvSpPr>
        <p:spPr>
          <a:xfrm rot="16200000" flipH="1">
            <a:off x="9819154" y="2528506"/>
            <a:ext cx="355500" cy="552400"/>
          </a:xfrm>
          <a:prstGeom prst="bentUpArrow">
            <a:avLst>
              <a:gd name="adj1" fmla="val 33972"/>
              <a:gd name="adj2" fmla="val 25000"/>
              <a:gd name="adj3" fmla="val 27991"/>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accent6">
                  <a:lumMod val="50000"/>
                </a:schemeClr>
              </a:solidFill>
            </a:endParaRPr>
          </a:p>
        </p:txBody>
      </p:sp>
      <p:sp>
        <p:nvSpPr>
          <p:cNvPr id="59" name="Rounded Rectangle 58">
            <a:extLst>
              <a:ext uri="{FF2B5EF4-FFF2-40B4-BE49-F238E27FC236}">
                <a16:creationId xmlns:a16="http://schemas.microsoft.com/office/drawing/2014/main" id="{EDE78FF4-DC42-C7E8-B662-13DEE03BC371}"/>
              </a:ext>
            </a:extLst>
          </p:cNvPr>
          <p:cNvSpPr/>
          <p:nvPr/>
        </p:nvSpPr>
        <p:spPr>
          <a:xfrm>
            <a:off x="2583561" y="4686688"/>
            <a:ext cx="7848387" cy="2102370"/>
          </a:xfrm>
          <a:prstGeom prst="roundRect">
            <a:avLst>
              <a:gd name="adj" fmla="val 7055"/>
            </a:avLst>
          </a:prstGeom>
          <a:noFill/>
          <a:ln w="57150">
            <a:solidFill>
              <a:schemeClr val="bg2">
                <a:lumMod val="9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1757112B-D867-68E8-FC09-79B482D5F832}"/>
              </a:ext>
            </a:extLst>
          </p:cNvPr>
          <p:cNvSpPr txBox="1"/>
          <p:nvPr/>
        </p:nvSpPr>
        <p:spPr>
          <a:xfrm>
            <a:off x="10734058" y="5101967"/>
            <a:ext cx="1933605" cy="584775"/>
          </a:xfrm>
          <a:prstGeom prst="rect">
            <a:avLst/>
          </a:prstGeom>
          <a:noFill/>
        </p:spPr>
        <p:txBody>
          <a:bodyPr wrap="square" rtlCol="0">
            <a:spAutoFit/>
          </a:bodyPr>
          <a:lstStyle/>
          <a:p>
            <a:r>
              <a:rPr lang="en-US" sz="1600" dirty="0"/>
              <a:t>Analysis and dissemination</a:t>
            </a:r>
          </a:p>
        </p:txBody>
      </p:sp>
      <p:sp>
        <p:nvSpPr>
          <p:cNvPr id="61" name="TextBox 60">
            <a:extLst>
              <a:ext uri="{FF2B5EF4-FFF2-40B4-BE49-F238E27FC236}">
                <a16:creationId xmlns:a16="http://schemas.microsoft.com/office/drawing/2014/main" id="{6A9B28C7-E2C9-A070-D26D-68C1A3A9E3AA}"/>
              </a:ext>
            </a:extLst>
          </p:cNvPr>
          <p:cNvSpPr txBox="1"/>
          <p:nvPr/>
        </p:nvSpPr>
        <p:spPr>
          <a:xfrm>
            <a:off x="10722199" y="4768670"/>
            <a:ext cx="1118624" cy="430887"/>
          </a:xfrm>
          <a:prstGeom prst="rect">
            <a:avLst/>
          </a:prstGeom>
          <a:noFill/>
        </p:spPr>
        <p:txBody>
          <a:bodyPr wrap="square" rtlCol="0">
            <a:spAutoFit/>
          </a:bodyPr>
          <a:lstStyle/>
          <a:p>
            <a:r>
              <a:rPr lang="en-US" sz="2200" b="1" dirty="0"/>
              <a:t>Stage 4</a:t>
            </a:r>
          </a:p>
        </p:txBody>
      </p:sp>
      <p:grpSp>
        <p:nvGrpSpPr>
          <p:cNvPr id="62" name="Group 61">
            <a:extLst>
              <a:ext uri="{FF2B5EF4-FFF2-40B4-BE49-F238E27FC236}">
                <a16:creationId xmlns:a16="http://schemas.microsoft.com/office/drawing/2014/main" id="{83162ED7-819E-C55B-A107-CA0B721C99A7}"/>
              </a:ext>
            </a:extLst>
          </p:cNvPr>
          <p:cNvGrpSpPr/>
          <p:nvPr/>
        </p:nvGrpSpPr>
        <p:grpSpPr>
          <a:xfrm>
            <a:off x="11313176" y="5798727"/>
            <a:ext cx="870898" cy="765976"/>
            <a:chOff x="8524897" y="1142884"/>
            <a:chExt cx="987380" cy="854415"/>
          </a:xfrm>
        </p:grpSpPr>
        <p:sp>
          <p:nvSpPr>
            <p:cNvPr id="63" name="Oval 62">
              <a:extLst>
                <a:ext uri="{FF2B5EF4-FFF2-40B4-BE49-F238E27FC236}">
                  <a16:creationId xmlns:a16="http://schemas.microsoft.com/office/drawing/2014/main" id="{B4ADD419-A63C-3F53-1F58-D1BE22BDDCDF}"/>
                </a:ext>
              </a:extLst>
            </p:cNvPr>
            <p:cNvSpPr/>
            <p:nvPr/>
          </p:nvSpPr>
          <p:spPr>
            <a:xfrm>
              <a:off x="8562271" y="1142884"/>
              <a:ext cx="914212" cy="854415"/>
            </a:xfrm>
            <a:prstGeom prst="ellipse">
              <a:avLst/>
            </a:prstGeom>
            <a:solidFill>
              <a:srgbClr val="3BD25D"/>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511889D5-8F3C-A74D-DDD5-BD08152CC15D}"/>
                </a:ext>
              </a:extLst>
            </p:cNvPr>
            <p:cNvSpPr/>
            <p:nvPr/>
          </p:nvSpPr>
          <p:spPr>
            <a:xfrm>
              <a:off x="8740775" y="1320801"/>
              <a:ext cx="555625" cy="434112"/>
            </a:xfrm>
            <a:prstGeom prst="ellipse">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900441F1-3BC7-6A2E-3B7E-E911BD419DE4}"/>
                </a:ext>
              </a:extLst>
            </p:cNvPr>
            <p:cNvSpPr/>
            <p:nvPr/>
          </p:nvSpPr>
          <p:spPr>
            <a:xfrm>
              <a:off x="8806337" y="1386212"/>
              <a:ext cx="429491" cy="309713"/>
            </a:xfrm>
            <a:prstGeom prst="ellipse">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70E179F9-CF61-00C1-5C7E-DFBDFF2A8468}"/>
                </a:ext>
              </a:extLst>
            </p:cNvPr>
            <p:cNvSpPr/>
            <p:nvPr/>
          </p:nvSpPr>
          <p:spPr>
            <a:xfrm>
              <a:off x="8883843" y="1454333"/>
              <a:ext cx="277329" cy="199986"/>
            </a:xfrm>
            <a:prstGeom prst="ellipse">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7" name="Graphic 66">
              <a:extLst>
                <a:ext uri="{FF2B5EF4-FFF2-40B4-BE49-F238E27FC236}">
                  <a16:creationId xmlns:a16="http://schemas.microsoft.com/office/drawing/2014/main" id="{12AE694A-ACCE-83E9-45AA-A03EB35501FF}"/>
                </a:ext>
              </a:extLst>
            </p:cNvPr>
            <p:cNvPicPr>
              <a:picLocks noChangeAspect="1"/>
            </p:cNvPicPr>
            <p:nvPr/>
          </p:nvPicPr>
          <p:blipFill>
            <a:blip>
              <a:extLst>
                <a:ext uri="{96DAC541-7B7A-43D3-8B79-37D633B846F1}">
                  <asvg:svgBlip xmlns:asvg="http://schemas.microsoft.com/office/drawing/2016/SVG/main" r:embed="rId2"/>
                </a:ext>
              </a:extLst>
            </a:blip>
            <a:srcRect l="27892" t="53783" r="27625" b="1"/>
            <a:stretch>
              <a:fillRect/>
            </a:stretch>
          </p:blipFill>
          <p:spPr>
            <a:xfrm>
              <a:off x="8657826" y="1363707"/>
              <a:ext cx="701675" cy="499803"/>
            </a:xfrm>
            <a:prstGeom prst="rect">
              <a:avLst/>
            </a:prstGeom>
          </p:spPr>
        </p:pic>
        <p:sp>
          <p:nvSpPr>
            <p:cNvPr id="68" name="TextBox 67">
              <a:extLst>
                <a:ext uri="{FF2B5EF4-FFF2-40B4-BE49-F238E27FC236}">
                  <a16:creationId xmlns:a16="http://schemas.microsoft.com/office/drawing/2014/main" id="{004BDB3C-8032-AC83-B85D-77B9B8CDB48B}"/>
                </a:ext>
              </a:extLst>
            </p:cNvPr>
            <p:cNvSpPr txBox="1"/>
            <p:nvPr/>
          </p:nvSpPr>
          <p:spPr>
            <a:xfrm>
              <a:off x="8524897" y="1494587"/>
              <a:ext cx="987380" cy="461665"/>
            </a:xfrm>
            <a:prstGeom prst="rect">
              <a:avLst/>
            </a:prstGeom>
            <a:noFill/>
          </p:spPr>
          <p:txBody>
            <a:bodyPr wrap="square" rtlCol="0">
              <a:spAutoFit/>
            </a:bodyPr>
            <a:lstStyle/>
            <a:p>
              <a:pPr algn="ctr"/>
              <a:r>
                <a:rPr lang="en-US" sz="1200" dirty="0">
                  <a:effectLst>
                    <a:glow rad="63500">
                      <a:schemeClr val="bg1">
                        <a:alpha val="40000"/>
                      </a:schemeClr>
                    </a:glow>
                  </a:effectLst>
                  <a:latin typeface="Source Sans Pro" panose="020B0503030403020204" pitchFamily="34" charset="0"/>
                  <a:ea typeface="Source Sans Pro" panose="020B0503030403020204" pitchFamily="34" charset="0"/>
                </a:rPr>
                <a:t>Spotify</a:t>
              </a:r>
            </a:p>
            <a:p>
              <a:pPr algn="ctr"/>
              <a:r>
                <a:rPr lang="en-US" sz="1200" dirty="0">
                  <a:effectLst>
                    <a:glow rad="63500">
                      <a:schemeClr val="bg1">
                        <a:alpha val="40000"/>
                      </a:schemeClr>
                    </a:glow>
                  </a:effectLst>
                  <a:latin typeface="Source Sans Pro" panose="020B0503030403020204" pitchFamily="34" charset="0"/>
                  <a:ea typeface="Source Sans Pro" panose="020B0503030403020204" pitchFamily="34" charset="0"/>
                </a:rPr>
                <a:t>Data</a:t>
              </a:r>
            </a:p>
          </p:txBody>
        </p:sp>
      </p:grpSp>
      <p:grpSp>
        <p:nvGrpSpPr>
          <p:cNvPr id="69" name="Group 68">
            <a:extLst>
              <a:ext uri="{FF2B5EF4-FFF2-40B4-BE49-F238E27FC236}">
                <a16:creationId xmlns:a16="http://schemas.microsoft.com/office/drawing/2014/main" id="{859EC374-AC52-D238-25CF-364B0388F4B3}"/>
              </a:ext>
            </a:extLst>
          </p:cNvPr>
          <p:cNvGrpSpPr/>
          <p:nvPr/>
        </p:nvGrpSpPr>
        <p:grpSpPr>
          <a:xfrm>
            <a:off x="10629317" y="5801373"/>
            <a:ext cx="870898" cy="765976"/>
            <a:chOff x="8801911" y="3001792"/>
            <a:chExt cx="987380" cy="854415"/>
          </a:xfrm>
        </p:grpSpPr>
        <p:sp>
          <p:nvSpPr>
            <p:cNvPr id="70" name="Oval 69">
              <a:extLst>
                <a:ext uri="{FF2B5EF4-FFF2-40B4-BE49-F238E27FC236}">
                  <a16:creationId xmlns:a16="http://schemas.microsoft.com/office/drawing/2014/main" id="{64168235-3AB8-3921-058B-8AF310CC9B71}"/>
                </a:ext>
              </a:extLst>
            </p:cNvPr>
            <p:cNvSpPr/>
            <p:nvPr/>
          </p:nvSpPr>
          <p:spPr>
            <a:xfrm>
              <a:off x="8838495" y="3001792"/>
              <a:ext cx="914212" cy="854415"/>
            </a:xfrm>
            <a:prstGeom prst="ellipse">
              <a:avLst/>
            </a:prstGeom>
            <a:solidFill>
              <a:srgbClr val="FFD25D"/>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88D61CD8-A941-3BD9-D58C-B9D4E969A885}"/>
                </a:ext>
              </a:extLst>
            </p:cNvPr>
            <p:cNvSpPr txBox="1"/>
            <p:nvPr/>
          </p:nvSpPr>
          <p:spPr>
            <a:xfrm>
              <a:off x="8801911" y="3338132"/>
              <a:ext cx="987380" cy="461665"/>
            </a:xfrm>
            <a:prstGeom prst="rect">
              <a:avLst/>
            </a:prstGeom>
            <a:noFill/>
          </p:spPr>
          <p:txBody>
            <a:bodyPr wrap="square" rtlCol="0">
              <a:spAutoFit/>
            </a:bodyPr>
            <a:lstStyle/>
            <a:p>
              <a:pPr algn="ctr"/>
              <a:r>
                <a:rPr lang="en-US" sz="1200" dirty="0">
                  <a:effectLst>
                    <a:glow rad="63500">
                      <a:schemeClr val="bg1">
                        <a:alpha val="40000"/>
                      </a:schemeClr>
                    </a:glow>
                  </a:effectLst>
                  <a:latin typeface="Source Sans Pro" panose="020B0503030403020204" pitchFamily="34" charset="0"/>
                  <a:ea typeface="Source Sans Pro" panose="020B0503030403020204" pitchFamily="34" charset="0"/>
                </a:rPr>
                <a:t>Interview</a:t>
              </a:r>
            </a:p>
            <a:p>
              <a:pPr algn="ctr"/>
              <a:r>
                <a:rPr lang="en-US" sz="1200" dirty="0">
                  <a:effectLst>
                    <a:glow rad="63500">
                      <a:schemeClr val="bg1">
                        <a:alpha val="40000"/>
                      </a:schemeClr>
                    </a:glow>
                  </a:effectLst>
                  <a:latin typeface="Source Sans Pro" panose="020B0503030403020204" pitchFamily="34" charset="0"/>
                  <a:ea typeface="Source Sans Pro" panose="020B0503030403020204" pitchFamily="34" charset="0"/>
                </a:rPr>
                <a:t>Data</a:t>
              </a:r>
            </a:p>
          </p:txBody>
        </p:sp>
        <p:pic>
          <p:nvPicPr>
            <p:cNvPr id="72" name="Graphic 71" descr="Speech with solid fill">
              <a:extLst>
                <a:ext uri="{FF2B5EF4-FFF2-40B4-BE49-F238E27FC236}">
                  <a16:creationId xmlns:a16="http://schemas.microsoft.com/office/drawing/2014/main" id="{E755E9F5-7CEE-79E9-8413-9990A7E70FB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04789" y="3057305"/>
              <a:ext cx="371694" cy="371694"/>
            </a:xfrm>
            <a:prstGeom prst="rect">
              <a:avLst/>
            </a:prstGeom>
          </p:spPr>
        </p:pic>
      </p:grpSp>
      <p:sp>
        <p:nvSpPr>
          <p:cNvPr id="73" name="Right Arrow 72">
            <a:extLst>
              <a:ext uri="{FF2B5EF4-FFF2-40B4-BE49-F238E27FC236}">
                <a16:creationId xmlns:a16="http://schemas.microsoft.com/office/drawing/2014/main" id="{0A473306-FB1B-7E44-7509-FBDFA62555AC}"/>
              </a:ext>
            </a:extLst>
          </p:cNvPr>
          <p:cNvSpPr/>
          <p:nvPr/>
        </p:nvSpPr>
        <p:spPr>
          <a:xfrm rot="5400000">
            <a:off x="7566750" y="4012417"/>
            <a:ext cx="1935928" cy="335917"/>
          </a:xfrm>
          <a:prstGeom prst="rightArrow">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accent6">
                  <a:lumMod val="50000"/>
                </a:schemeClr>
              </a:solidFill>
            </a:endParaRPr>
          </a:p>
        </p:txBody>
      </p:sp>
      <p:sp>
        <p:nvSpPr>
          <p:cNvPr id="74" name="TextBox 73">
            <a:extLst>
              <a:ext uri="{FF2B5EF4-FFF2-40B4-BE49-F238E27FC236}">
                <a16:creationId xmlns:a16="http://schemas.microsoft.com/office/drawing/2014/main" id="{BC40F2E2-02CE-83FF-6673-AF3161BC8D02}"/>
              </a:ext>
            </a:extLst>
          </p:cNvPr>
          <p:cNvSpPr txBox="1"/>
          <p:nvPr/>
        </p:nvSpPr>
        <p:spPr>
          <a:xfrm>
            <a:off x="1581138" y="4124463"/>
            <a:ext cx="3888134" cy="276999"/>
          </a:xfrm>
          <a:prstGeom prst="rect">
            <a:avLst/>
          </a:prstGeom>
          <a:solidFill>
            <a:schemeClr val="bg1"/>
          </a:solidFill>
        </p:spPr>
        <p:txBody>
          <a:bodyPr wrap="square" rtlCol="0">
            <a:spAutoFit/>
          </a:bodyPr>
          <a:lstStyle/>
          <a:p>
            <a:pPr algn="ctr"/>
            <a:r>
              <a:rPr lang="en-US" sz="1200" i="1" dirty="0">
                <a:solidFill>
                  <a:schemeClr val="bg2">
                    <a:lumMod val="50000"/>
                  </a:schemeClr>
                </a:solidFill>
              </a:rPr>
              <a:t>Data returned as viz for sensemaking before interview</a:t>
            </a:r>
          </a:p>
        </p:txBody>
      </p:sp>
      <p:sp>
        <p:nvSpPr>
          <p:cNvPr id="75" name="Display 74">
            <a:extLst>
              <a:ext uri="{FF2B5EF4-FFF2-40B4-BE49-F238E27FC236}">
                <a16:creationId xmlns:a16="http://schemas.microsoft.com/office/drawing/2014/main" id="{6D87469C-64D0-A096-EFCF-4DD281CF224A}"/>
              </a:ext>
            </a:extLst>
          </p:cNvPr>
          <p:cNvSpPr/>
          <p:nvPr/>
        </p:nvSpPr>
        <p:spPr>
          <a:xfrm>
            <a:off x="8901012" y="5404455"/>
            <a:ext cx="1331239" cy="451700"/>
          </a:xfrm>
          <a:prstGeom prst="flowChartDisplay">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50000"/>
                    <a:lumOff val="50000"/>
                  </a:schemeClr>
                </a:solidFill>
              </a:rPr>
              <a:t>Extract</a:t>
            </a:r>
          </a:p>
        </p:txBody>
      </p:sp>
      <p:sp>
        <p:nvSpPr>
          <p:cNvPr id="76" name="Display 75">
            <a:extLst>
              <a:ext uri="{FF2B5EF4-FFF2-40B4-BE49-F238E27FC236}">
                <a16:creationId xmlns:a16="http://schemas.microsoft.com/office/drawing/2014/main" id="{B6024E03-A369-816F-ECCB-5A7D14637820}"/>
              </a:ext>
            </a:extLst>
          </p:cNvPr>
          <p:cNvSpPr/>
          <p:nvPr/>
        </p:nvSpPr>
        <p:spPr>
          <a:xfrm>
            <a:off x="7914351" y="5209719"/>
            <a:ext cx="1331239" cy="451700"/>
          </a:xfrm>
          <a:prstGeom prst="flowChartDisplay">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50000"/>
                    <a:lumOff val="50000"/>
                  </a:schemeClr>
                </a:solidFill>
              </a:rPr>
              <a:t>Viz</a:t>
            </a:r>
          </a:p>
        </p:txBody>
      </p:sp>
      <p:sp>
        <p:nvSpPr>
          <p:cNvPr id="77" name="Right Arrow 76">
            <a:extLst>
              <a:ext uri="{FF2B5EF4-FFF2-40B4-BE49-F238E27FC236}">
                <a16:creationId xmlns:a16="http://schemas.microsoft.com/office/drawing/2014/main" id="{9434B19F-5588-CC07-4B71-66C1AAB2766E}"/>
              </a:ext>
            </a:extLst>
          </p:cNvPr>
          <p:cNvSpPr/>
          <p:nvPr/>
        </p:nvSpPr>
        <p:spPr>
          <a:xfrm rot="16200000">
            <a:off x="8319465" y="1871639"/>
            <a:ext cx="405804" cy="324012"/>
          </a:xfrm>
          <a:prstGeom prst="rightArrow">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accent6">
                  <a:lumMod val="50000"/>
                </a:schemeClr>
              </a:solidFill>
            </a:endParaRPr>
          </a:p>
        </p:txBody>
      </p:sp>
      <p:sp>
        <p:nvSpPr>
          <p:cNvPr id="78" name="Magnetic Disk 77">
            <a:extLst>
              <a:ext uri="{FF2B5EF4-FFF2-40B4-BE49-F238E27FC236}">
                <a16:creationId xmlns:a16="http://schemas.microsoft.com/office/drawing/2014/main" id="{97494205-AEEB-3772-A1A1-DD71B2D47A15}"/>
              </a:ext>
            </a:extLst>
          </p:cNvPr>
          <p:cNvSpPr/>
          <p:nvPr/>
        </p:nvSpPr>
        <p:spPr>
          <a:xfrm>
            <a:off x="4876633" y="966403"/>
            <a:ext cx="4811666" cy="867738"/>
          </a:xfrm>
          <a:prstGeom prst="flowChartMagneticDisk">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2">
                    <a:lumMod val="90000"/>
                    <a:lumOff val="10000"/>
                  </a:schemeClr>
                </a:solidFill>
              </a:rPr>
              <a:t>Mediaflux</a:t>
            </a:r>
            <a:endParaRPr lang="en-US" sz="1200" dirty="0">
              <a:solidFill>
                <a:schemeClr val="tx2">
                  <a:lumMod val="90000"/>
                  <a:lumOff val="10000"/>
                </a:schemeClr>
              </a:solidFill>
            </a:endParaRPr>
          </a:p>
        </p:txBody>
      </p:sp>
      <p:sp>
        <p:nvSpPr>
          <p:cNvPr id="79" name="Right Arrow 78">
            <a:extLst>
              <a:ext uri="{FF2B5EF4-FFF2-40B4-BE49-F238E27FC236}">
                <a16:creationId xmlns:a16="http://schemas.microsoft.com/office/drawing/2014/main" id="{5BC1F344-4DB8-18FA-667A-9B294D897F67}"/>
              </a:ext>
            </a:extLst>
          </p:cNvPr>
          <p:cNvSpPr/>
          <p:nvPr/>
        </p:nvSpPr>
        <p:spPr>
          <a:xfrm rot="5050568">
            <a:off x="8254704" y="4101860"/>
            <a:ext cx="2078039" cy="335917"/>
          </a:xfrm>
          <a:prstGeom prst="rightArrow">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accent6">
                  <a:lumMod val="50000"/>
                </a:schemeClr>
              </a:solidFill>
            </a:endParaRPr>
          </a:p>
        </p:txBody>
      </p:sp>
      <p:sp>
        <p:nvSpPr>
          <p:cNvPr id="80" name="Right Arrow 79">
            <a:extLst>
              <a:ext uri="{FF2B5EF4-FFF2-40B4-BE49-F238E27FC236}">
                <a16:creationId xmlns:a16="http://schemas.microsoft.com/office/drawing/2014/main" id="{C74BF654-B18B-7259-4775-EFE115E42AB0}"/>
              </a:ext>
            </a:extLst>
          </p:cNvPr>
          <p:cNvSpPr/>
          <p:nvPr/>
        </p:nvSpPr>
        <p:spPr>
          <a:xfrm rot="5203527">
            <a:off x="6288201" y="3297374"/>
            <a:ext cx="437382" cy="335917"/>
          </a:xfrm>
          <a:prstGeom prst="rightArrow">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accent6">
                  <a:lumMod val="50000"/>
                </a:schemeClr>
              </a:solidFill>
            </a:endParaRPr>
          </a:p>
        </p:txBody>
      </p:sp>
      <p:sp>
        <p:nvSpPr>
          <p:cNvPr id="81" name="Right Arrow 80">
            <a:extLst>
              <a:ext uri="{FF2B5EF4-FFF2-40B4-BE49-F238E27FC236}">
                <a16:creationId xmlns:a16="http://schemas.microsoft.com/office/drawing/2014/main" id="{39D03F5C-6497-F51D-A643-2453598978A3}"/>
              </a:ext>
            </a:extLst>
          </p:cNvPr>
          <p:cNvSpPr/>
          <p:nvPr/>
        </p:nvSpPr>
        <p:spPr>
          <a:xfrm rot="10800000">
            <a:off x="6068029" y="4968725"/>
            <a:ext cx="407397" cy="362623"/>
          </a:xfrm>
          <a:prstGeom prst="rightArrow">
            <a:avLst>
              <a:gd name="adj1" fmla="val 50000"/>
              <a:gd name="adj2" fmla="val 35351"/>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accent6">
                  <a:lumMod val="50000"/>
                </a:schemeClr>
              </a:solidFill>
            </a:endParaRPr>
          </a:p>
        </p:txBody>
      </p:sp>
      <p:sp>
        <p:nvSpPr>
          <p:cNvPr id="82" name="Right Arrow 81">
            <a:extLst>
              <a:ext uri="{FF2B5EF4-FFF2-40B4-BE49-F238E27FC236}">
                <a16:creationId xmlns:a16="http://schemas.microsoft.com/office/drawing/2014/main" id="{41545EE1-FA24-97F8-AD65-C042664E18F9}"/>
              </a:ext>
            </a:extLst>
          </p:cNvPr>
          <p:cNvSpPr/>
          <p:nvPr/>
        </p:nvSpPr>
        <p:spPr>
          <a:xfrm rot="10800000">
            <a:off x="6279643" y="5488524"/>
            <a:ext cx="1700310" cy="362623"/>
          </a:xfrm>
          <a:prstGeom prst="rightArrow">
            <a:avLst>
              <a:gd name="adj1" fmla="val 58005"/>
              <a:gd name="adj2" fmla="val 35351"/>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accent6">
                  <a:lumMod val="50000"/>
                </a:schemeClr>
              </a:solidFill>
            </a:endParaRPr>
          </a:p>
        </p:txBody>
      </p:sp>
      <p:sp>
        <p:nvSpPr>
          <p:cNvPr id="83" name="Right Arrow 82">
            <a:extLst>
              <a:ext uri="{FF2B5EF4-FFF2-40B4-BE49-F238E27FC236}">
                <a16:creationId xmlns:a16="http://schemas.microsoft.com/office/drawing/2014/main" id="{8278963B-3AFE-09AD-ECB1-3DFABC9DA5BF}"/>
              </a:ext>
            </a:extLst>
          </p:cNvPr>
          <p:cNvSpPr/>
          <p:nvPr/>
        </p:nvSpPr>
        <p:spPr>
          <a:xfrm rot="10800000">
            <a:off x="6437742" y="5616278"/>
            <a:ext cx="2528872" cy="374286"/>
          </a:xfrm>
          <a:prstGeom prst="rightArrow">
            <a:avLst>
              <a:gd name="adj1" fmla="val 50000"/>
              <a:gd name="adj2" fmla="val 35351"/>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accent6">
                  <a:lumMod val="50000"/>
                </a:schemeClr>
              </a:solidFill>
            </a:endParaRPr>
          </a:p>
        </p:txBody>
      </p:sp>
      <p:sp>
        <p:nvSpPr>
          <p:cNvPr id="84" name="Magnetic Disk 83">
            <a:extLst>
              <a:ext uri="{FF2B5EF4-FFF2-40B4-BE49-F238E27FC236}">
                <a16:creationId xmlns:a16="http://schemas.microsoft.com/office/drawing/2014/main" id="{FEC0E2EB-A6B3-FCE2-85B0-7F417111758C}"/>
              </a:ext>
            </a:extLst>
          </p:cNvPr>
          <p:cNvSpPr/>
          <p:nvPr/>
        </p:nvSpPr>
        <p:spPr>
          <a:xfrm>
            <a:off x="6542925" y="4787214"/>
            <a:ext cx="1297682" cy="617241"/>
          </a:xfrm>
          <a:prstGeom prst="flowChartMagneticDisk">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2">
                    <a:lumMod val="90000"/>
                    <a:lumOff val="10000"/>
                  </a:schemeClr>
                </a:solidFill>
              </a:rPr>
              <a:t>Mediaflux</a:t>
            </a:r>
            <a:endParaRPr lang="en-US" sz="1200" dirty="0">
              <a:solidFill>
                <a:schemeClr val="tx2">
                  <a:lumMod val="90000"/>
                  <a:lumOff val="10000"/>
                </a:schemeClr>
              </a:solidFill>
            </a:endParaRPr>
          </a:p>
        </p:txBody>
      </p:sp>
      <p:sp>
        <p:nvSpPr>
          <p:cNvPr id="85" name="Process 84">
            <a:extLst>
              <a:ext uri="{FF2B5EF4-FFF2-40B4-BE49-F238E27FC236}">
                <a16:creationId xmlns:a16="http://schemas.microsoft.com/office/drawing/2014/main" id="{0985DCC7-5BBF-63A7-AD98-507DCE456204}"/>
              </a:ext>
            </a:extLst>
          </p:cNvPr>
          <p:cNvSpPr/>
          <p:nvPr/>
        </p:nvSpPr>
        <p:spPr>
          <a:xfrm>
            <a:off x="3153117" y="5535486"/>
            <a:ext cx="1321273" cy="595275"/>
          </a:xfrm>
          <a:prstGeom prst="flowChartProcess">
            <a:avLst/>
          </a:prstGeom>
          <a:solidFill>
            <a:schemeClr val="bg1">
              <a:lumMod val="9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i="1" dirty="0">
                <a:solidFill>
                  <a:schemeClr val="tx1"/>
                </a:solidFill>
              </a:rPr>
              <a:t>Analyse</a:t>
            </a:r>
          </a:p>
        </p:txBody>
      </p:sp>
      <p:sp>
        <p:nvSpPr>
          <p:cNvPr id="86" name="Process 85">
            <a:extLst>
              <a:ext uri="{FF2B5EF4-FFF2-40B4-BE49-F238E27FC236}">
                <a16:creationId xmlns:a16="http://schemas.microsoft.com/office/drawing/2014/main" id="{D0F7E41E-8AD7-6767-7FA3-0F78A8C0C8ED}"/>
              </a:ext>
            </a:extLst>
          </p:cNvPr>
          <p:cNvSpPr/>
          <p:nvPr/>
        </p:nvSpPr>
        <p:spPr>
          <a:xfrm>
            <a:off x="9414815" y="1989055"/>
            <a:ext cx="1321273" cy="653542"/>
          </a:xfrm>
          <a:prstGeom prst="flowChartProcess">
            <a:avLst/>
          </a:prstGeom>
          <a:solidFill>
            <a:schemeClr val="bg1">
              <a:lumMod val="9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i="1" dirty="0">
                <a:solidFill>
                  <a:schemeClr val="tx1"/>
                </a:solidFill>
              </a:rPr>
              <a:t>Transcribe</a:t>
            </a:r>
          </a:p>
        </p:txBody>
      </p:sp>
      <p:sp>
        <p:nvSpPr>
          <p:cNvPr id="87" name="Process 86">
            <a:extLst>
              <a:ext uri="{FF2B5EF4-FFF2-40B4-BE49-F238E27FC236}">
                <a16:creationId xmlns:a16="http://schemas.microsoft.com/office/drawing/2014/main" id="{2DA24331-4814-C495-C4C4-7616A8AA16BF}"/>
              </a:ext>
            </a:extLst>
          </p:cNvPr>
          <p:cNvSpPr/>
          <p:nvPr/>
        </p:nvSpPr>
        <p:spPr>
          <a:xfrm>
            <a:off x="3087798" y="3039225"/>
            <a:ext cx="1080139" cy="654036"/>
          </a:xfrm>
          <a:prstGeom prst="flowChartProcess">
            <a:avLst/>
          </a:prstGeom>
          <a:solidFill>
            <a:schemeClr val="bg1">
              <a:lumMod val="9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i="1" dirty="0">
                <a:solidFill>
                  <a:schemeClr val="tx1"/>
                </a:solidFill>
              </a:rPr>
              <a:t>Collect</a:t>
            </a:r>
          </a:p>
        </p:txBody>
      </p:sp>
      <p:sp>
        <p:nvSpPr>
          <p:cNvPr id="88" name="Right Arrow 87">
            <a:extLst>
              <a:ext uri="{FF2B5EF4-FFF2-40B4-BE49-F238E27FC236}">
                <a16:creationId xmlns:a16="http://schemas.microsoft.com/office/drawing/2014/main" id="{391411D1-B8BA-C33F-7063-2EBB82079DF4}"/>
              </a:ext>
            </a:extLst>
          </p:cNvPr>
          <p:cNvSpPr/>
          <p:nvPr/>
        </p:nvSpPr>
        <p:spPr>
          <a:xfrm rot="10800000">
            <a:off x="1527559" y="3820043"/>
            <a:ext cx="3302666" cy="439891"/>
          </a:xfrm>
          <a:prstGeom prst="rightArrow">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endParaRPr lang="en-US" sz="1200" dirty="0">
              <a:solidFill>
                <a:schemeClr val="accent6">
                  <a:lumMod val="50000"/>
                </a:schemeClr>
              </a:solidFill>
            </a:endParaRPr>
          </a:p>
        </p:txBody>
      </p:sp>
      <p:sp>
        <p:nvSpPr>
          <p:cNvPr id="89" name="Process 88">
            <a:extLst>
              <a:ext uri="{FF2B5EF4-FFF2-40B4-BE49-F238E27FC236}">
                <a16:creationId xmlns:a16="http://schemas.microsoft.com/office/drawing/2014/main" id="{665378B2-2294-87E5-01A4-15905446099E}"/>
              </a:ext>
            </a:extLst>
          </p:cNvPr>
          <p:cNvSpPr/>
          <p:nvPr/>
        </p:nvSpPr>
        <p:spPr>
          <a:xfrm>
            <a:off x="3153117" y="6236015"/>
            <a:ext cx="7061085" cy="451700"/>
          </a:xfrm>
          <a:prstGeom prst="flowChartProcess">
            <a:avLst/>
          </a:prstGeom>
          <a:solidFill>
            <a:schemeClr val="bg1">
              <a:lumMod val="9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i="1" dirty="0">
                <a:solidFill>
                  <a:schemeClr val="tx1"/>
                </a:solidFill>
              </a:rPr>
              <a:t>Disseminate</a:t>
            </a:r>
          </a:p>
        </p:txBody>
      </p:sp>
      <p:sp>
        <p:nvSpPr>
          <p:cNvPr id="90" name="Display 89">
            <a:extLst>
              <a:ext uri="{FF2B5EF4-FFF2-40B4-BE49-F238E27FC236}">
                <a16:creationId xmlns:a16="http://schemas.microsoft.com/office/drawing/2014/main" id="{948F3710-5ED9-81A1-C548-63F9525A0120}"/>
              </a:ext>
            </a:extLst>
          </p:cNvPr>
          <p:cNvSpPr/>
          <p:nvPr/>
        </p:nvSpPr>
        <p:spPr>
          <a:xfrm flipH="1">
            <a:off x="3014259" y="4957004"/>
            <a:ext cx="1331239" cy="451700"/>
          </a:xfrm>
          <a:prstGeom prst="flowChartDisplay">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lumMod val="50000"/>
                    <a:lumOff val="50000"/>
                  </a:schemeClr>
                </a:solidFill>
              </a:rPr>
              <a:t>Viz</a:t>
            </a:r>
          </a:p>
        </p:txBody>
      </p:sp>
      <p:grpSp>
        <p:nvGrpSpPr>
          <p:cNvPr id="91" name="Group 90">
            <a:extLst>
              <a:ext uri="{FF2B5EF4-FFF2-40B4-BE49-F238E27FC236}">
                <a16:creationId xmlns:a16="http://schemas.microsoft.com/office/drawing/2014/main" id="{5F177BF8-FC21-D3A1-2F4A-E93197308A61}"/>
              </a:ext>
            </a:extLst>
          </p:cNvPr>
          <p:cNvGrpSpPr/>
          <p:nvPr/>
        </p:nvGrpSpPr>
        <p:grpSpPr>
          <a:xfrm>
            <a:off x="10962198" y="32287"/>
            <a:ext cx="870898" cy="765976"/>
            <a:chOff x="8801911" y="3001792"/>
            <a:chExt cx="987380" cy="854415"/>
          </a:xfrm>
        </p:grpSpPr>
        <p:sp>
          <p:nvSpPr>
            <p:cNvPr id="92" name="Oval 91">
              <a:extLst>
                <a:ext uri="{FF2B5EF4-FFF2-40B4-BE49-F238E27FC236}">
                  <a16:creationId xmlns:a16="http://schemas.microsoft.com/office/drawing/2014/main" id="{7AC3ED0E-A267-A758-C29D-3A72632A3296}"/>
                </a:ext>
              </a:extLst>
            </p:cNvPr>
            <p:cNvSpPr/>
            <p:nvPr/>
          </p:nvSpPr>
          <p:spPr>
            <a:xfrm>
              <a:off x="8838495" y="3001792"/>
              <a:ext cx="914212" cy="854415"/>
            </a:xfrm>
            <a:prstGeom prst="ellipse">
              <a:avLst/>
            </a:prstGeom>
            <a:solidFill>
              <a:srgbClr val="FFD25D"/>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TextBox 92">
              <a:extLst>
                <a:ext uri="{FF2B5EF4-FFF2-40B4-BE49-F238E27FC236}">
                  <a16:creationId xmlns:a16="http://schemas.microsoft.com/office/drawing/2014/main" id="{92AD6892-78CD-F3AC-5C67-2456E5E4E47D}"/>
                </a:ext>
              </a:extLst>
            </p:cNvPr>
            <p:cNvSpPr txBox="1"/>
            <p:nvPr/>
          </p:nvSpPr>
          <p:spPr>
            <a:xfrm>
              <a:off x="8801911" y="3338132"/>
              <a:ext cx="987380" cy="461665"/>
            </a:xfrm>
            <a:prstGeom prst="rect">
              <a:avLst/>
            </a:prstGeom>
            <a:noFill/>
          </p:spPr>
          <p:txBody>
            <a:bodyPr wrap="square" rtlCol="0">
              <a:spAutoFit/>
            </a:bodyPr>
            <a:lstStyle/>
            <a:p>
              <a:pPr algn="ctr"/>
              <a:r>
                <a:rPr lang="en-US" sz="1200" dirty="0">
                  <a:effectLst>
                    <a:glow rad="63500">
                      <a:schemeClr val="bg1">
                        <a:alpha val="40000"/>
                      </a:schemeClr>
                    </a:glow>
                  </a:effectLst>
                  <a:latin typeface="Source Sans Pro" panose="020B0503030403020204" pitchFamily="34" charset="0"/>
                  <a:ea typeface="Source Sans Pro" panose="020B0503030403020204" pitchFamily="34" charset="0"/>
                </a:rPr>
                <a:t>Interview</a:t>
              </a:r>
            </a:p>
            <a:p>
              <a:pPr algn="ctr"/>
              <a:r>
                <a:rPr lang="en-US" sz="1200" dirty="0">
                  <a:effectLst>
                    <a:glow rad="63500">
                      <a:schemeClr val="bg1">
                        <a:alpha val="40000"/>
                      </a:schemeClr>
                    </a:glow>
                  </a:effectLst>
                  <a:latin typeface="Source Sans Pro" panose="020B0503030403020204" pitchFamily="34" charset="0"/>
                  <a:ea typeface="Source Sans Pro" panose="020B0503030403020204" pitchFamily="34" charset="0"/>
                </a:rPr>
                <a:t>Data</a:t>
              </a:r>
            </a:p>
          </p:txBody>
        </p:sp>
        <p:pic>
          <p:nvPicPr>
            <p:cNvPr id="94" name="Graphic 93" descr="Speech with solid fill">
              <a:extLst>
                <a:ext uri="{FF2B5EF4-FFF2-40B4-BE49-F238E27FC236}">
                  <a16:creationId xmlns:a16="http://schemas.microsoft.com/office/drawing/2014/main" id="{E12319DD-046B-35A4-2285-172C87F4F2C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04789" y="3057305"/>
              <a:ext cx="371694" cy="371694"/>
            </a:xfrm>
            <a:prstGeom prst="rect">
              <a:avLst/>
            </a:prstGeom>
          </p:spPr>
        </p:pic>
      </p:grpSp>
      <p:grpSp>
        <p:nvGrpSpPr>
          <p:cNvPr id="95" name="Group 94">
            <a:extLst>
              <a:ext uri="{FF2B5EF4-FFF2-40B4-BE49-F238E27FC236}">
                <a16:creationId xmlns:a16="http://schemas.microsoft.com/office/drawing/2014/main" id="{E968CF3E-8B67-6D64-0F47-6967870AA01B}"/>
              </a:ext>
            </a:extLst>
          </p:cNvPr>
          <p:cNvGrpSpPr/>
          <p:nvPr/>
        </p:nvGrpSpPr>
        <p:grpSpPr>
          <a:xfrm>
            <a:off x="7969401" y="2434900"/>
            <a:ext cx="567203" cy="556714"/>
            <a:chOff x="8838491" y="3001795"/>
            <a:chExt cx="914211" cy="854416"/>
          </a:xfrm>
        </p:grpSpPr>
        <p:sp>
          <p:nvSpPr>
            <p:cNvPr id="96" name="Oval 95">
              <a:extLst>
                <a:ext uri="{FF2B5EF4-FFF2-40B4-BE49-F238E27FC236}">
                  <a16:creationId xmlns:a16="http://schemas.microsoft.com/office/drawing/2014/main" id="{A408A6F6-25B2-4C5C-BC47-3B3A09589B6E}"/>
                </a:ext>
              </a:extLst>
            </p:cNvPr>
            <p:cNvSpPr/>
            <p:nvPr/>
          </p:nvSpPr>
          <p:spPr>
            <a:xfrm>
              <a:off x="8838491" y="3001795"/>
              <a:ext cx="914211" cy="854416"/>
            </a:xfrm>
            <a:prstGeom prst="ellipse">
              <a:avLst/>
            </a:prstGeom>
            <a:solidFill>
              <a:srgbClr val="FFD25D"/>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7" name="Graphic 96" descr="Speech with solid fill">
              <a:extLst>
                <a:ext uri="{FF2B5EF4-FFF2-40B4-BE49-F238E27FC236}">
                  <a16:creationId xmlns:a16="http://schemas.microsoft.com/office/drawing/2014/main" id="{4AD17CE4-A95A-CD43-D8BA-70CBEB65F0F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80586" y="3147545"/>
              <a:ext cx="621505" cy="621503"/>
            </a:xfrm>
            <a:prstGeom prst="rect">
              <a:avLst/>
            </a:prstGeom>
          </p:spPr>
        </p:pic>
      </p:grpSp>
      <p:grpSp>
        <p:nvGrpSpPr>
          <p:cNvPr id="98" name="Group 97">
            <a:extLst>
              <a:ext uri="{FF2B5EF4-FFF2-40B4-BE49-F238E27FC236}">
                <a16:creationId xmlns:a16="http://schemas.microsoft.com/office/drawing/2014/main" id="{CD8761E6-DBAD-A4E3-5622-0D2BFBB71796}"/>
              </a:ext>
            </a:extLst>
          </p:cNvPr>
          <p:cNvGrpSpPr/>
          <p:nvPr/>
        </p:nvGrpSpPr>
        <p:grpSpPr>
          <a:xfrm>
            <a:off x="5897112" y="2447488"/>
            <a:ext cx="567203" cy="556715"/>
            <a:chOff x="5807949" y="4571290"/>
            <a:chExt cx="876331" cy="850764"/>
          </a:xfrm>
        </p:grpSpPr>
        <p:sp>
          <p:nvSpPr>
            <p:cNvPr id="99" name="Oval 98">
              <a:extLst>
                <a:ext uri="{FF2B5EF4-FFF2-40B4-BE49-F238E27FC236}">
                  <a16:creationId xmlns:a16="http://schemas.microsoft.com/office/drawing/2014/main" id="{49B1A567-62C9-FDF9-D2E1-C6C6BE1C52CE}"/>
                </a:ext>
              </a:extLst>
            </p:cNvPr>
            <p:cNvSpPr/>
            <p:nvPr/>
          </p:nvSpPr>
          <p:spPr>
            <a:xfrm>
              <a:off x="5807949" y="4571290"/>
              <a:ext cx="876331" cy="850764"/>
            </a:xfrm>
            <a:prstGeom prst="ellipse">
              <a:avLst/>
            </a:prstGeom>
            <a:solidFill>
              <a:srgbClr val="3BD25D"/>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7A314E7D-C77F-2C88-A710-1CE9BDE886A6}"/>
                </a:ext>
              </a:extLst>
            </p:cNvPr>
            <p:cNvSpPr/>
            <p:nvPr/>
          </p:nvSpPr>
          <p:spPr>
            <a:xfrm>
              <a:off x="5978452" y="4792312"/>
              <a:ext cx="532602" cy="432257"/>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8CE7F7D9-EB9F-F690-CC18-E5BE06581CAA}"/>
                </a:ext>
              </a:extLst>
            </p:cNvPr>
            <p:cNvSpPr/>
            <p:nvPr/>
          </p:nvSpPr>
          <p:spPr>
            <a:xfrm>
              <a:off x="6041298" y="4857443"/>
              <a:ext cx="411695" cy="308390"/>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A0E444E1-C7A0-934D-E9BA-36B8AA3F3A76}"/>
                </a:ext>
              </a:extLst>
            </p:cNvPr>
            <p:cNvSpPr/>
            <p:nvPr/>
          </p:nvSpPr>
          <p:spPr>
            <a:xfrm>
              <a:off x="6115592" y="4925273"/>
              <a:ext cx="265838" cy="199131"/>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TextBox 102">
              <a:extLst>
                <a:ext uri="{FF2B5EF4-FFF2-40B4-BE49-F238E27FC236}">
                  <a16:creationId xmlns:a16="http://schemas.microsoft.com/office/drawing/2014/main" id="{D92E0B78-1B3C-ABDA-0C3D-2A26A48D2873}"/>
                </a:ext>
              </a:extLst>
            </p:cNvPr>
            <p:cNvSpPr txBox="1"/>
            <p:nvPr/>
          </p:nvSpPr>
          <p:spPr>
            <a:xfrm>
              <a:off x="5927725" y="4921490"/>
              <a:ext cx="644419" cy="353857"/>
            </a:xfrm>
            <a:custGeom>
              <a:avLst/>
              <a:gdLst>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330621"/>
                <a:gd name="csX1" fmla="*/ 644419 w 644419"/>
                <a:gd name="csY1" fmla="*/ 0 h 330621"/>
                <a:gd name="csX2" fmla="*/ 644419 w 644419"/>
                <a:gd name="csY2" fmla="*/ 276999 h 330621"/>
                <a:gd name="csX3" fmla="*/ 0 w 644419"/>
                <a:gd name="csY3" fmla="*/ 276999 h 330621"/>
                <a:gd name="csX4" fmla="*/ 0 w 644419"/>
                <a:gd name="csY4" fmla="*/ 0 h 330621"/>
                <a:gd name="csX0" fmla="*/ 0 w 644419"/>
                <a:gd name="csY0" fmla="*/ 0 h 353857"/>
                <a:gd name="csX1" fmla="*/ 644419 w 644419"/>
                <a:gd name="csY1" fmla="*/ 0 h 353857"/>
                <a:gd name="csX2" fmla="*/ 644419 w 644419"/>
                <a:gd name="csY2" fmla="*/ 276999 h 353857"/>
                <a:gd name="csX3" fmla="*/ 0 w 644419"/>
                <a:gd name="csY3" fmla="*/ 276999 h 353857"/>
                <a:gd name="csX4" fmla="*/ 0 w 644419"/>
                <a:gd name="csY4" fmla="*/ 0 h 353857"/>
              </a:gdLst>
              <a:ahLst/>
              <a:cxnLst>
                <a:cxn ang="0">
                  <a:pos x="csX0" y="csY0"/>
                </a:cxn>
                <a:cxn ang="0">
                  <a:pos x="csX1" y="csY1"/>
                </a:cxn>
                <a:cxn ang="0">
                  <a:pos x="csX2" y="csY2"/>
                </a:cxn>
                <a:cxn ang="0">
                  <a:pos x="csX3" y="csY3"/>
                </a:cxn>
                <a:cxn ang="0">
                  <a:pos x="csX4" y="csY4"/>
                </a:cxn>
              </a:cxnLst>
              <a:rect l="l" t="t" r="r" b="b"/>
              <a:pathLst>
                <a:path w="644419" h="353857">
                  <a:moveTo>
                    <a:pt x="0" y="0"/>
                  </a:moveTo>
                  <a:cubicBezTo>
                    <a:pt x="170356" y="149225"/>
                    <a:pt x="458188" y="120650"/>
                    <a:pt x="644419" y="0"/>
                  </a:cubicBezTo>
                  <a:lnTo>
                    <a:pt x="644419" y="276999"/>
                  </a:lnTo>
                  <a:cubicBezTo>
                    <a:pt x="432788" y="359549"/>
                    <a:pt x="202106" y="397649"/>
                    <a:pt x="0" y="276999"/>
                  </a:cubicBezTo>
                  <a:lnTo>
                    <a:pt x="0" y="0"/>
                  </a:lnTo>
                  <a:close/>
                </a:path>
              </a:pathLst>
            </a:custGeom>
            <a:solidFill>
              <a:srgbClr val="3BD25D"/>
            </a:solidFill>
          </p:spPr>
          <p:txBody>
            <a:bodyPr wrap="square" rtlCol="0">
              <a:spAutoFit/>
            </a:bodyPr>
            <a:lstStyle/>
            <a:p>
              <a:pPr algn="ctr"/>
              <a:endParaRPr lang="en-US" sz="1200" dirty="0">
                <a:effectLst>
                  <a:glow rad="63500">
                    <a:schemeClr val="bg1">
                      <a:alpha val="40000"/>
                    </a:schemeClr>
                  </a:glow>
                </a:effectLst>
                <a:latin typeface="Source Sans Pro" panose="020B0503030403020204" pitchFamily="34" charset="0"/>
                <a:ea typeface="Source Sans Pro" panose="020B0503030403020204" pitchFamily="34" charset="0"/>
              </a:endParaRPr>
            </a:p>
          </p:txBody>
        </p:sp>
      </p:grpSp>
      <p:grpSp>
        <p:nvGrpSpPr>
          <p:cNvPr id="104" name="Group 103">
            <a:extLst>
              <a:ext uri="{FF2B5EF4-FFF2-40B4-BE49-F238E27FC236}">
                <a16:creationId xmlns:a16="http://schemas.microsoft.com/office/drawing/2014/main" id="{64C0E61A-B880-08B2-2334-1A8EA3037297}"/>
              </a:ext>
            </a:extLst>
          </p:cNvPr>
          <p:cNvGrpSpPr/>
          <p:nvPr/>
        </p:nvGrpSpPr>
        <p:grpSpPr>
          <a:xfrm>
            <a:off x="7930613" y="1092070"/>
            <a:ext cx="567203" cy="556714"/>
            <a:chOff x="8838491" y="3001795"/>
            <a:chExt cx="914211" cy="854416"/>
          </a:xfrm>
        </p:grpSpPr>
        <p:sp>
          <p:nvSpPr>
            <p:cNvPr id="105" name="Oval 104">
              <a:extLst>
                <a:ext uri="{FF2B5EF4-FFF2-40B4-BE49-F238E27FC236}">
                  <a16:creationId xmlns:a16="http://schemas.microsoft.com/office/drawing/2014/main" id="{A9FF6A54-77AD-EEAD-2EDF-F2B29EC7087A}"/>
                </a:ext>
              </a:extLst>
            </p:cNvPr>
            <p:cNvSpPr/>
            <p:nvPr/>
          </p:nvSpPr>
          <p:spPr>
            <a:xfrm>
              <a:off x="8838491" y="3001795"/>
              <a:ext cx="914211" cy="854416"/>
            </a:xfrm>
            <a:prstGeom prst="ellipse">
              <a:avLst/>
            </a:prstGeom>
            <a:solidFill>
              <a:srgbClr val="FFD25D"/>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6" name="Graphic 105" descr="Speech with solid fill">
              <a:extLst>
                <a:ext uri="{FF2B5EF4-FFF2-40B4-BE49-F238E27FC236}">
                  <a16:creationId xmlns:a16="http://schemas.microsoft.com/office/drawing/2014/main" id="{AE8B39AE-DF98-68FE-353E-7C6DF4D5DDD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80586" y="3147545"/>
              <a:ext cx="621505" cy="621503"/>
            </a:xfrm>
            <a:prstGeom prst="rect">
              <a:avLst/>
            </a:prstGeom>
          </p:spPr>
        </p:pic>
      </p:grpSp>
      <p:grpSp>
        <p:nvGrpSpPr>
          <p:cNvPr id="107" name="Group 106">
            <a:extLst>
              <a:ext uri="{FF2B5EF4-FFF2-40B4-BE49-F238E27FC236}">
                <a16:creationId xmlns:a16="http://schemas.microsoft.com/office/drawing/2014/main" id="{C9808A01-3455-23E0-9334-C6AEA0573D80}"/>
              </a:ext>
            </a:extLst>
          </p:cNvPr>
          <p:cNvGrpSpPr/>
          <p:nvPr/>
        </p:nvGrpSpPr>
        <p:grpSpPr>
          <a:xfrm>
            <a:off x="5858324" y="1104658"/>
            <a:ext cx="567203" cy="556715"/>
            <a:chOff x="5807949" y="4571290"/>
            <a:chExt cx="876331" cy="850764"/>
          </a:xfrm>
        </p:grpSpPr>
        <p:sp>
          <p:nvSpPr>
            <p:cNvPr id="108" name="Oval 107">
              <a:extLst>
                <a:ext uri="{FF2B5EF4-FFF2-40B4-BE49-F238E27FC236}">
                  <a16:creationId xmlns:a16="http://schemas.microsoft.com/office/drawing/2014/main" id="{21ABDD42-C6ED-DDA9-D896-16FD2D7B69C0}"/>
                </a:ext>
              </a:extLst>
            </p:cNvPr>
            <p:cNvSpPr/>
            <p:nvPr/>
          </p:nvSpPr>
          <p:spPr>
            <a:xfrm>
              <a:off x="5807949" y="4571290"/>
              <a:ext cx="876331" cy="850764"/>
            </a:xfrm>
            <a:prstGeom prst="ellipse">
              <a:avLst/>
            </a:prstGeom>
            <a:solidFill>
              <a:srgbClr val="3BD25D"/>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32E4A04D-45FA-CD88-7500-A554FD84D187}"/>
                </a:ext>
              </a:extLst>
            </p:cNvPr>
            <p:cNvSpPr/>
            <p:nvPr/>
          </p:nvSpPr>
          <p:spPr>
            <a:xfrm>
              <a:off x="5978452" y="4792312"/>
              <a:ext cx="532602" cy="432257"/>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17B1FA95-8EC3-FC59-5C7D-FA8B32CEEDC3}"/>
                </a:ext>
              </a:extLst>
            </p:cNvPr>
            <p:cNvSpPr/>
            <p:nvPr/>
          </p:nvSpPr>
          <p:spPr>
            <a:xfrm>
              <a:off x="6041298" y="4857443"/>
              <a:ext cx="411695" cy="308390"/>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92358B87-4490-DFE6-2EF7-871B876A0C9D}"/>
                </a:ext>
              </a:extLst>
            </p:cNvPr>
            <p:cNvSpPr/>
            <p:nvPr/>
          </p:nvSpPr>
          <p:spPr>
            <a:xfrm>
              <a:off x="6115592" y="4925273"/>
              <a:ext cx="265838" cy="199131"/>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TextBox 111">
              <a:extLst>
                <a:ext uri="{FF2B5EF4-FFF2-40B4-BE49-F238E27FC236}">
                  <a16:creationId xmlns:a16="http://schemas.microsoft.com/office/drawing/2014/main" id="{57F4681F-8268-B3A0-89B6-0D6325B63FD2}"/>
                </a:ext>
              </a:extLst>
            </p:cNvPr>
            <p:cNvSpPr txBox="1"/>
            <p:nvPr/>
          </p:nvSpPr>
          <p:spPr>
            <a:xfrm>
              <a:off x="5927725" y="4921490"/>
              <a:ext cx="644419" cy="353857"/>
            </a:xfrm>
            <a:custGeom>
              <a:avLst/>
              <a:gdLst>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330621"/>
                <a:gd name="csX1" fmla="*/ 644419 w 644419"/>
                <a:gd name="csY1" fmla="*/ 0 h 330621"/>
                <a:gd name="csX2" fmla="*/ 644419 w 644419"/>
                <a:gd name="csY2" fmla="*/ 276999 h 330621"/>
                <a:gd name="csX3" fmla="*/ 0 w 644419"/>
                <a:gd name="csY3" fmla="*/ 276999 h 330621"/>
                <a:gd name="csX4" fmla="*/ 0 w 644419"/>
                <a:gd name="csY4" fmla="*/ 0 h 330621"/>
                <a:gd name="csX0" fmla="*/ 0 w 644419"/>
                <a:gd name="csY0" fmla="*/ 0 h 353857"/>
                <a:gd name="csX1" fmla="*/ 644419 w 644419"/>
                <a:gd name="csY1" fmla="*/ 0 h 353857"/>
                <a:gd name="csX2" fmla="*/ 644419 w 644419"/>
                <a:gd name="csY2" fmla="*/ 276999 h 353857"/>
                <a:gd name="csX3" fmla="*/ 0 w 644419"/>
                <a:gd name="csY3" fmla="*/ 276999 h 353857"/>
                <a:gd name="csX4" fmla="*/ 0 w 644419"/>
                <a:gd name="csY4" fmla="*/ 0 h 353857"/>
              </a:gdLst>
              <a:ahLst/>
              <a:cxnLst>
                <a:cxn ang="0">
                  <a:pos x="csX0" y="csY0"/>
                </a:cxn>
                <a:cxn ang="0">
                  <a:pos x="csX1" y="csY1"/>
                </a:cxn>
                <a:cxn ang="0">
                  <a:pos x="csX2" y="csY2"/>
                </a:cxn>
                <a:cxn ang="0">
                  <a:pos x="csX3" y="csY3"/>
                </a:cxn>
                <a:cxn ang="0">
                  <a:pos x="csX4" y="csY4"/>
                </a:cxn>
              </a:cxnLst>
              <a:rect l="l" t="t" r="r" b="b"/>
              <a:pathLst>
                <a:path w="644419" h="353857">
                  <a:moveTo>
                    <a:pt x="0" y="0"/>
                  </a:moveTo>
                  <a:cubicBezTo>
                    <a:pt x="170356" y="149225"/>
                    <a:pt x="458188" y="120650"/>
                    <a:pt x="644419" y="0"/>
                  </a:cubicBezTo>
                  <a:lnTo>
                    <a:pt x="644419" y="276999"/>
                  </a:lnTo>
                  <a:cubicBezTo>
                    <a:pt x="432788" y="359549"/>
                    <a:pt x="202106" y="397649"/>
                    <a:pt x="0" y="276999"/>
                  </a:cubicBezTo>
                  <a:lnTo>
                    <a:pt x="0" y="0"/>
                  </a:lnTo>
                  <a:close/>
                </a:path>
              </a:pathLst>
            </a:custGeom>
            <a:solidFill>
              <a:srgbClr val="3BD25D"/>
            </a:solidFill>
          </p:spPr>
          <p:txBody>
            <a:bodyPr wrap="square" rtlCol="0">
              <a:spAutoFit/>
            </a:bodyPr>
            <a:lstStyle/>
            <a:p>
              <a:pPr algn="ctr"/>
              <a:endParaRPr lang="en-US" sz="1200" dirty="0">
                <a:effectLst>
                  <a:glow rad="63500">
                    <a:schemeClr val="bg1">
                      <a:alpha val="40000"/>
                    </a:schemeClr>
                  </a:glow>
                </a:effectLst>
                <a:latin typeface="Source Sans Pro" panose="020B0503030403020204" pitchFamily="34" charset="0"/>
                <a:ea typeface="Source Sans Pro" panose="020B0503030403020204" pitchFamily="34" charset="0"/>
              </a:endParaRPr>
            </a:p>
          </p:txBody>
        </p:sp>
      </p:grpSp>
      <p:grpSp>
        <p:nvGrpSpPr>
          <p:cNvPr id="113" name="Group 112">
            <a:extLst>
              <a:ext uri="{FF2B5EF4-FFF2-40B4-BE49-F238E27FC236}">
                <a16:creationId xmlns:a16="http://schemas.microsoft.com/office/drawing/2014/main" id="{88FA714E-B2D3-ED18-D85C-CB5CF761ACD5}"/>
              </a:ext>
            </a:extLst>
          </p:cNvPr>
          <p:cNvGrpSpPr/>
          <p:nvPr/>
        </p:nvGrpSpPr>
        <p:grpSpPr>
          <a:xfrm>
            <a:off x="8305955" y="1135517"/>
            <a:ext cx="567203" cy="556715"/>
            <a:chOff x="5807949" y="4571290"/>
            <a:chExt cx="876331" cy="850764"/>
          </a:xfrm>
        </p:grpSpPr>
        <p:sp>
          <p:nvSpPr>
            <p:cNvPr id="114" name="Oval 113">
              <a:extLst>
                <a:ext uri="{FF2B5EF4-FFF2-40B4-BE49-F238E27FC236}">
                  <a16:creationId xmlns:a16="http://schemas.microsoft.com/office/drawing/2014/main" id="{55494E04-BC63-41EE-22AC-903F27B67F86}"/>
                </a:ext>
              </a:extLst>
            </p:cNvPr>
            <p:cNvSpPr/>
            <p:nvPr/>
          </p:nvSpPr>
          <p:spPr>
            <a:xfrm>
              <a:off x="5807949" y="4571290"/>
              <a:ext cx="876331" cy="850764"/>
            </a:xfrm>
            <a:prstGeom prst="ellipse">
              <a:avLst/>
            </a:prstGeom>
            <a:solidFill>
              <a:srgbClr val="3BD25D"/>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a:extLst>
                <a:ext uri="{FF2B5EF4-FFF2-40B4-BE49-F238E27FC236}">
                  <a16:creationId xmlns:a16="http://schemas.microsoft.com/office/drawing/2014/main" id="{770A845B-B233-F314-2F56-CFE42BB78CDA}"/>
                </a:ext>
              </a:extLst>
            </p:cNvPr>
            <p:cNvSpPr/>
            <p:nvPr/>
          </p:nvSpPr>
          <p:spPr>
            <a:xfrm>
              <a:off x="5978452" y="4792312"/>
              <a:ext cx="532602" cy="432257"/>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EACAB27E-9051-C708-2C51-43DEFF60FB06}"/>
                </a:ext>
              </a:extLst>
            </p:cNvPr>
            <p:cNvSpPr/>
            <p:nvPr/>
          </p:nvSpPr>
          <p:spPr>
            <a:xfrm>
              <a:off x="6041298" y="4857443"/>
              <a:ext cx="411695" cy="308390"/>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1BBC0212-12FD-CAB2-613F-1247AB841302}"/>
                </a:ext>
              </a:extLst>
            </p:cNvPr>
            <p:cNvSpPr/>
            <p:nvPr/>
          </p:nvSpPr>
          <p:spPr>
            <a:xfrm>
              <a:off x="6115592" y="4925273"/>
              <a:ext cx="265838" cy="199131"/>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8" name="TextBox 117">
              <a:extLst>
                <a:ext uri="{FF2B5EF4-FFF2-40B4-BE49-F238E27FC236}">
                  <a16:creationId xmlns:a16="http://schemas.microsoft.com/office/drawing/2014/main" id="{438C42EC-7B70-3217-17B5-C9151302FBA0}"/>
                </a:ext>
              </a:extLst>
            </p:cNvPr>
            <p:cNvSpPr txBox="1"/>
            <p:nvPr/>
          </p:nvSpPr>
          <p:spPr>
            <a:xfrm>
              <a:off x="5927725" y="4921490"/>
              <a:ext cx="644419" cy="353857"/>
            </a:xfrm>
            <a:custGeom>
              <a:avLst/>
              <a:gdLst>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330621"/>
                <a:gd name="csX1" fmla="*/ 644419 w 644419"/>
                <a:gd name="csY1" fmla="*/ 0 h 330621"/>
                <a:gd name="csX2" fmla="*/ 644419 w 644419"/>
                <a:gd name="csY2" fmla="*/ 276999 h 330621"/>
                <a:gd name="csX3" fmla="*/ 0 w 644419"/>
                <a:gd name="csY3" fmla="*/ 276999 h 330621"/>
                <a:gd name="csX4" fmla="*/ 0 w 644419"/>
                <a:gd name="csY4" fmla="*/ 0 h 330621"/>
                <a:gd name="csX0" fmla="*/ 0 w 644419"/>
                <a:gd name="csY0" fmla="*/ 0 h 353857"/>
                <a:gd name="csX1" fmla="*/ 644419 w 644419"/>
                <a:gd name="csY1" fmla="*/ 0 h 353857"/>
                <a:gd name="csX2" fmla="*/ 644419 w 644419"/>
                <a:gd name="csY2" fmla="*/ 276999 h 353857"/>
                <a:gd name="csX3" fmla="*/ 0 w 644419"/>
                <a:gd name="csY3" fmla="*/ 276999 h 353857"/>
                <a:gd name="csX4" fmla="*/ 0 w 644419"/>
                <a:gd name="csY4" fmla="*/ 0 h 353857"/>
              </a:gdLst>
              <a:ahLst/>
              <a:cxnLst>
                <a:cxn ang="0">
                  <a:pos x="csX0" y="csY0"/>
                </a:cxn>
                <a:cxn ang="0">
                  <a:pos x="csX1" y="csY1"/>
                </a:cxn>
                <a:cxn ang="0">
                  <a:pos x="csX2" y="csY2"/>
                </a:cxn>
                <a:cxn ang="0">
                  <a:pos x="csX3" y="csY3"/>
                </a:cxn>
                <a:cxn ang="0">
                  <a:pos x="csX4" y="csY4"/>
                </a:cxn>
              </a:cxnLst>
              <a:rect l="l" t="t" r="r" b="b"/>
              <a:pathLst>
                <a:path w="644419" h="353857">
                  <a:moveTo>
                    <a:pt x="0" y="0"/>
                  </a:moveTo>
                  <a:cubicBezTo>
                    <a:pt x="170356" y="149225"/>
                    <a:pt x="458188" y="120650"/>
                    <a:pt x="644419" y="0"/>
                  </a:cubicBezTo>
                  <a:lnTo>
                    <a:pt x="644419" y="276999"/>
                  </a:lnTo>
                  <a:cubicBezTo>
                    <a:pt x="432788" y="359549"/>
                    <a:pt x="202106" y="397649"/>
                    <a:pt x="0" y="276999"/>
                  </a:cubicBezTo>
                  <a:lnTo>
                    <a:pt x="0" y="0"/>
                  </a:lnTo>
                  <a:close/>
                </a:path>
              </a:pathLst>
            </a:custGeom>
            <a:solidFill>
              <a:srgbClr val="3BD25D"/>
            </a:solidFill>
          </p:spPr>
          <p:txBody>
            <a:bodyPr wrap="square" rtlCol="0">
              <a:spAutoFit/>
            </a:bodyPr>
            <a:lstStyle/>
            <a:p>
              <a:pPr algn="ctr"/>
              <a:endParaRPr lang="en-US" sz="1200" dirty="0">
                <a:effectLst>
                  <a:glow rad="63500">
                    <a:schemeClr val="bg1">
                      <a:alpha val="40000"/>
                    </a:schemeClr>
                  </a:glow>
                </a:effectLst>
                <a:latin typeface="Source Sans Pro" panose="020B0503030403020204" pitchFamily="34" charset="0"/>
                <a:ea typeface="Source Sans Pro" panose="020B0503030403020204" pitchFamily="34" charset="0"/>
              </a:endParaRPr>
            </a:p>
          </p:txBody>
        </p:sp>
      </p:grpSp>
      <p:grpSp>
        <p:nvGrpSpPr>
          <p:cNvPr id="119" name="Group 118">
            <a:extLst>
              <a:ext uri="{FF2B5EF4-FFF2-40B4-BE49-F238E27FC236}">
                <a16:creationId xmlns:a16="http://schemas.microsoft.com/office/drawing/2014/main" id="{45B0B22D-AE45-E6C5-9CB9-A25862609DDF}"/>
              </a:ext>
            </a:extLst>
          </p:cNvPr>
          <p:cNvGrpSpPr/>
          <p:nvPr/>
        </p:nvGrpSpPr>
        <p:grpSpPr>
          <a:xfrm>
            <a:off x="7933734" y="1087907"/>
            <a:ext cx="567203" cy="556714"/>
            <a:chOff x="8838491" y="3001795"/>
            <a:chExt cx="914211" cy="854416"/>
          </a:xfrm>
        </p:grpSpPr>
        <p:sp>
          <p:nvSpPr>
            <p:cNvPr id="120" name="Oval 119">
              <a:extLst>
                <a:ext uri="{FF2B5EF4-FFF2-40B4-BE49-F238E27FC236}">
                  <a16:creationId xmlns:a16="http://schemas.microsoft.com/office/drawing/2014/main" id="{EDAAED4C-C1F2-0DB7-2829-703C46AD937D}"/>
                </a:ext>
              </a:extLst>
            </p:cNvPr>
            <p:cNvSpPr/>
            <p:nvPr/>
          </p:nvSpPr>
          <p:spPr>
            <a:xfrm>
              <a:off x="8838491" y="3001795"/>
              <a:ext cx="914211" cy="854416"/>
            </a:xfrm>
            <a:prstGeom prst="ellipse">
              <a:avLst/>
            </a:prstGeom>
            <a:solidFill>
              <a:srgbClr val="FFD25D"/>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1" name="Graphic 120" descr="Speech with solid fill">
              <a:extLst>
                <a:ext uri="{FF2B5EF4-FFF2-40B4-BE49-F238E27FC236}">
                  <a16:creationId xmlns:a16="http://schemas.microsoft.com/office/drawing/2014/main" id="{BE56F6F6-E86E-EFFE-F773-B233759BCAA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80586" y="3147545"/>
              <a:ext cx="621505" cy="621503"/>
            </a:xfrm>
            <a:prstGeom prst="rect">
              <a:avLst/>
            </a:prstGeom>
          </p:spPr>
        </p:pic>
      </p:grpSp>
      <p:grpSp>
        <p:nvGrpSpPr>
          <p:cNvPr id="122" name="Group 121">
            <a:extLst>
              <a:ext uri="{FF2B5EF4-FFF2-40B4-BE49-F238E27FC236}">
                <a16:creationId xmlns:a16="http://schemas.microsoft.com/office/drawing/2014/main" id="{5B261720-39A9-D31B-E065-EF8C67881217}"/>
              </a:ext>
            </a:extLst>
          </p:cNvPr>
          <p:cNvGrpSpPr/>
          <p:nvPr/>
        </p:nvGrpSpPr>
        <p:grpSpPr>
          <a:xfrm>
            <a:off x="7042887" y="5503020"/>
            <a:ext cx="567203" cy="556715"/>
            <a:chOff x="5807949" y="4571290"/>
            <a:chExt cx="876331" cy="850764"/>
          </a:xfrm>
        </p:grpSpPr>
        <p:sp>
          <p:nvSpPr>
            <p:cNvPr id="123" name="Oval 122">
              <a:extLst>
                <a:ext uri="{FF2B5EF4-FFF2-40B4-BE49-F238E27FC236}">
                  <a16:creationId xmlns:a16="http://schemas.microsoft.com/office/drawing/2014/main" id="{048841FD-23E4-6C73-FFF9-9EA8C1FEB262}"/>
                </a:ext>
              </a:extLst>
            </p:cNvPr>
            <p:cNvSpPr/>
            <p:nvPr/>
          </p:nvSpPr>
          <p:spPr>
            <a:xfrm>
              <a:off x="5807949" y="4571290"/>
              <a:ext cx="876331" cy="850764"/>
            </a:xfrm>
            <a:prstGeom prst="ellipse">
              <a:avLst/>
            </a:prstGeom>
            <a:solidFill>
              <a:srgbClr val="3BD25D"/>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Oval 123">
              <a:extLst>
                <a:ext uri="{FF2B5EF4-FFF2-40B4-BE49-F238E27FC236}">
                  <a16:creationId xmlns:a16="http://schemas.microsoft.com/office/drawing/2014/main" id="{D85673B4-E0A6-CA35-6D8F-492258E00ACF}"/>
                </a:ext>
              </a:extLst>
            </p:cNvPr>
            <p:cNvSpPr/>
            <p:nvPr/>
          </p:nvSpPr>
          <p:spPr>
            <a:xfrm>
              <a:off x="5978452" y="4792312"/>
              <a:ext cx="532602" cy="432257"/>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019FE703-80BE-A144-B1BD-762C594A8AB1}"/>
                </a:ext>
              </a:extLst>
            </p:cNvPr>
            <p:cNvSpPr/>
            <p:nvPr/>
          </p:nvSpPr>
          <p:spPr>
            <a:xfrm>
              <a:off x="6041298" y="4857443"/>
              <a:ext cx="411695" cy="308390"/>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F909913A-81F2-5B2E-2C07-89A85F29937E}"/>
                </a:ext>
              </a:extLst>
            </p:cNvPr>
            <p:cNvSpPr/>
            <p:nvPr/>
          </p:nvSpPr>
          <p:spPr>
            <a:xfrm>
              <a:off x="6115592" y="4925273"/>
              <a:ext cx="265838" cy="199131"/>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TextBox 126">
              <a:extLst>
                <a:ext uri="{FF2B5EF4-FFF2-40B4-BE49-F238E27FC236}">
                  <a16:creationId xmlns:a16="http://schemas.microsoft.com/office/drawing/2014/main" id="{04A6F008-D833-73AA-61C0-3E966BD023A5}"/>
                </a:ext>
              </a:extLst>
            </p:cNvPr>
            <p:cNvSpPr txBox="1"/>
            <p:nvPr/>
          </p:nvSpPr>
          <p:spPr>
            <a:xfrm>
              <a:off x="5927725" y="4921490"/>
              <a:ext cx="644419" cy="353857"/>
            </a:xfrm>
            <a:custGeom>
              <a:avLst/>
              <a:gdLst>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330621"/>
                <a:gd name="csX1" fmla="*/ 644419 w 644419"/>
                <a:gd name="csY1" fmla="*/ 0 h 330621"/>
                <a:gd name="csX2" fmla="*/ 644419 w 644419"/>
                <a:gd name="csY2" fmla="*/ 276999 h 330621"/>
                <a:gd name="csX3" fmla="*/ 0 w 644419"/>
                <a:gd name="csY3" fmla="*/ 276999 h 330621"/>
                <a:gd name="csX4" fmla="*/ 0 w 644419"/>
                <a:gd name="csY4" fmla="*/ 0 h 330621"/>
                <a:gd name="csX0" fmla="*/ 0 w 644419"/>
                <a:gd name="csY0" fmla="*/ 0 h 353857"/>
                <a:gd name="csX1" fmla="*/ 644419 w 644419"/>
                <a:gd name="csY1" fmla="*/ 0 h 353857"/>
                <a:gd name="csX2" fmla="*/ 644419 w 644419"/>
                <a:gd name="csY2" fmla="*/ 276999 h 353857"/>
                <a:gd name="csX3" fmla="*/ 0 w 644419"/>
                <a:gd name="csY3" fmla="*/ 276999 h 353857"/>
                <a:gd name="csX4" fmla="*/ 0 w 644419"/>
                <a:gd name="csY4" fmla="*/ 0 h 353857"/>
              </a:gdLst>
              <a:ahLst/>
              <a:cxnLst>
                <a:cxn ang="0">
                  <a:pos x="csX0" y="csY0"/>
                </a:cxn>
                <a:cxn ang="0">
                  <a:pos x="csX1" y="csY1"/>
                </a:cxn>
                <a:cxn ang="0">
                  <a:pos x="csX2" y="csY2"/>
                </a:cxn>
                <a:cxn ang="0">
                  <a:pos x="csX3" y="csY3"/>
                </a:cxn>
                <a:cxn ang="0">
                  <a:pos x="csX4" y="csY4"/>
                </a:cxn>
              </a:cxnLst>
              <a:rect l="l" t="t" r="r" b="b"/>
              <a:pathLst>
                <a:path w="644419" h="353857">
                  <a:moveTo>
                    <a:pt x="0" y="0"/>
                  </a:moveTo>
                  <a:cubicBezTo>
                    <a:pt x="170356" y="149225"/>
                    <a:pt x="458188" y="120650"/>
                    <a:pt x="644419" y="0"/>
                  </a:cubicBezTo>
                  <a:lnTo>
                    <a:pt x="644419" y="276999"/>
                  </a:lnTo>
                  <a:cubicBezTo>
                    <a:pt x="432788" y="359549"/>
                    <a:pt x="202106" y="397649"/>
                    <a:pt x="0" y="276999"/>
                  </a:cubicBezTo>
                  <a:lnTo>
                    <a:pt x="0" y="0"/>
                  </a:lnTo>
                  <a:close/>
                </a:path>
              </a:pathLst>
            </a:custGeom>
            <a:solidFill>
              <a:srgbClr val="3BD25D"/>
            </a:solidFill>
          </p:spPr>
          <p:txBody>
            <a:bodyPr wrap="square" rtlCol="0">
              <a:spAutoFit/>
            </a:bodyPr>
            <a:lstStyle/>
            <a:p>
              <a:pPr algn="ctr"/>
              <a:endParaRPr lang="en-US" sz="1200" dirty="0">
                <a:effectLst>
                  <a:glow rad="63500">
                    <a:schemeClr val="bg1">
                      <a:alpha val="40000"/>
                    </a:schemeClr>
                  </a:glow>
                </a:effectLst>
                <a:latin typeface="Source Sans Pro" panose="020B0503030403020204" pitchFamily="34" charset="0"/>
                <a:ea typeface="Source Sans Pro" panose="020B0503030403020204" pitchFamily="34" charset="0"/>
              </a:endParaRPr>
            </a:p>
          </p:txBody>
        </p:sp>
      </p:grpSp>
      <p:grpSp>
        <p:nvGrpSpPr>
          <p:cNvPr id="128" name="Group 127">
            <a:extLst>
              <a:ext uri="{FF2B5EF4-FFF2-40B4-BE49-F238E27FC236}">
                <a16:creationId xmlns:a16="http://schemas.microsoft.com/office/drawing/2014/main" id="{9D88CB31-1269-93B3-E715-6121D887C92C}"/>
              </a:ext>
            </a:extLst>
          </p:cNvPr>
          <p:cNvGrpSpPr/>
          <p:nvPr/>
        </p:nvGrpSpPr>
        <p:grpSpPr>
          <a:xfrm>
            <a:off x="6670666" y="5455410"/>
            <a:ext cx="567203" cy="556714"/>
            <a:chOff x="8838491" y="3001795"/>
            <a:chExt cx="914211" cy="854416"/>
          </a:xfrm>
        </p:grpSpPr>
        <p:sp>
          <p:nvSpPr>
            <p:cNvPr id="129" name="Oval 128">
              <a:extLst>
                <a:ext uri="{FF2B5EF4-FFF2-40B4-BE49-F238E27FC236}">
                  <a16:creationId xmlns:a16="http://schemas.microsoft.com/office/drawing/2014/main" id="{59553FAA-04F4-4197-4F5C-EDB9D0AF87DE}"/>
                </a:ext>
              </a:extLst>
            </p:cNvPr>
            <p:cNvSpPr/>
            <p:nvPr/>
          </p:nvSpPr>
          <p:spPr>
            <a:xfrm>
              <a:off x="8838491" y="3001795"/>
              <a:ext cx="914211" cy="854416"/>
            </a:xfrm>
            <a:prstGeom prst="ellipse">
              <a:avLst/>
            </a:prstGeom>
            <a:solidFill>
              <a:srgbClr val="FFD25D"/>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0" name="Graphic 129" descr="Speech with solid fill">
              <a:extLst>
                <a:ext uri="{FF2B5EF4-FFF2-40B4-BE49-F238E27FC236}">
                  <a16:creationId xmlns:a16="http://schemas.microsoft.com/office/drawing/2014/main" id="{A200ECD3-A1D2-10D0-5071-9E5B1577FBA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80586" y="3147545"/>
              <a:ext cx="621505" cy="621503"/>
            </a:xfrm>
            <a:prstGeom prst="rect">
              <a:avLst/>
            </a:prstGeom>
          </p:spPr>
        </p:pic>
      </p:grpSp>
      <p:sp>
        <p:nvSpPr>
          <p:cNvPr id="131" name="Rectangle 130">
            <a:extLst>
              <a:ext uri="{FF2B5EF4-FFF2-40B4-BE49-F238E27FC236}">
                <a16:creationId xmlns:a16="http://schemas.microsoft.com/office/drawing/2014/main" id="{10C273F7-04AB-DB36-764C-125777EE5E09}"/>
              </a:ext>
            </a:extLst>
          </p:cNvPr>
          <p:cNvSpPr/>
          <p:nvPr/>
        </p:nvSpPr>
        <p:spPr>
          <a:xfrm>
            <a:off x="10710087" y="3342708"/>
            <a:ext cx="1019666" cy="9877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2" name="Group 131">
            <a:extLst>
              <a:ext uri="{FF2B5EF4-FFF2-40B4-BE49-F238E27FC236}">
                <a16:creationId xmlns:a16="http://schemas.microsoft.com/office/drawing/2014/main" id="{D21E57B1-55FD-81BE-EB6F-F6F1B5A8A2F7}"/>
              </a:ext>
            </a:extLst>
          </p:cNvPr>
          <p:cNvGrpSpPr/>
          <p:nvPr/>
        </p:nvGrpSpPr>
        <p:grpSpPr>
          <a:xfrm>
            <a:off x="152449" y="221981"/>
            <a:ext cx="801770" cy="688967"/>
            <a:chOff x="10402002" y="3185722"/>
            <a:chExt cx="954242" cy="917010"/>
          </a:xfrm>
        </p:grpSpPr>
        <p:sp>
          <p:nvSpPr>
            <p:cNvPr id="133" name="Oval 132">
              <a:extLst>
                <a:ext uri="{FF2B5EF4-FFF2-40B4-BE49-F238E27FC236}">
                  <a16:creationId xmlns:a16="http://schemas.microsoft.com/office/drawing/2014/main" id="{8E399F75-3CEF-4E4D-4992-C9BEC0DE166A}"/>
                </a:ext>
              </a:extLst>
            </p:cNvPr>
            <p:cNvSpPr/>
            <p:nvPr/>
          </p:nvSpPr>
          <p:spPr>
            <a:xfrm>
              <a:off x="10402002" y="3185722"/>
              <a:ext cx="954242" cy="917010"/>
            </a:xfrm>
            <a:prstGeom prst="ellipse">
              <a:avLst/>
            </a:prstGeom>
            <a:solidFill>
              <a:schemeClr val="bg1"/>
            </a:solidFill>
            <a:ln w="76200">
              <a:solidFill>
                <a:srgbClr val="3BD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4" name="Group 133">
              <a:extLst>
                <a:ext uri="{FF2B5EF4-FFF2-40B4-BE49-F238E27FC236}">
                  <a16:creationId xmlns:a16="http://schemas.microsoft.com/office/drawing/2014/main" id="{8963D527-5B45-6751-8893-637E7C03F64B}"/>
                </a:ext>
              </a:extLst>
            </p:cNvPr>
            <p:cNvGrpSpPr/>
            <p:nvPr/>
          </p:nvGrpSpPr>
          <p:grpSpPr>
            <a:xfrm>
              <a:off x="10774988" y="3372511"/>
              <a:ext cx="567203" cy="556715"/>
              <a:chOff x="5788327" y="4571290"/>
              <a:chExt cx="876331" cy="850764"/>
            </a:xfrm>
          </p:grpSpPr>
          <p:sp>
            <p:nvSpPr>
              <p:cNvPr id="139" name="Oval 138">
                <a:extLst>
                  <a:ext uri="{FF2B5EF4-FFF2-40B4-BE49-F238E27FC236}">
                    <a16:creationId xmlns:a16="http://schemas.microsoft.com/office/drawing/2014/main" id="{ED58D69C-6BA5-73F3-4A17-34C9ED0FDDDE}"/>
                  </a:ext>
                </a:extLst>
              </p:cNvPr>
              <p:cNvSpPr/>
              <p:nvPr/>
            </p:nvSpPr>
            <p:spPr>
              <a:xfrm>
                <a:off x="5788327" y="4571290"/>
                <a:ext cx="876331" cy="850764"/>
              </a:xfrm>
              <a:prstGeom prst="ellipse">
                <a:avLst/>
              </a:prstGeom>
              <a:solidFill>
                <a:srgbClr val="3BD25D"/>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a:extLst>
                  <a:ext uri="{FF2B5EF4-FFF2-40B4-BE49-F238E27FC236}">
                    <a16:creationId xmlns:a16="http://schemas.microsoft.com/office/drawing/2014/main" id="{C3C353DE-5F2C-AA0D-57D4-1191934F8CFC}"/>
                  </a:ext>
                </a:extLst>
              </p:cNvPr>
              <p:cNvSpPr/>
              <p:nvPr/>
            </p:nvSpPr>
            <p:spPr>
              <a:xfrm>
                <a:off x="5978452" y="4792312"/>
                <a:ext cx="532602" cy="432257"/>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C9921AA1-5AEA-A0A2-3D03-44671AEF41A4}"/>
                  </a:ext>
                </a:extLst>
              </p:cNvPr>
              <p:cNvSpPr/>
              <p:nvPr/>
            </p:nvSpPr>
            <p:spPr>
              <a:xfrm>
                <a:off x="6041298" y="4857443"/>
                <a:ext cx="411695" cy="308390"/>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a:extLst>
                  <a:ext uri="{FF2B5EF4-FFF2-40B4-BE49-F238E27FC236}">
                    <a16:creationId xmlns:a16="http://schemas.microsoft.com/office/drawing/2014/main" id="{B505EC66-6DCE-BD02-F7FF-5E05682262D2}"/>
                  </a:ext>
                </a:extLst>
              </p:cNvPr>
              <p:cNvSpPr/>
              <p:nvPr/>
            </p:nvSpPr>
            <p:spPr>
              <a:xfrm>
                <a:off x="6115592" y="4925273"/>
                <a:ext cx="265838" cy="199131"/>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3" name="TextBox 142">
                <a:extLst>
                  <a:ext uri="{FF2B5EF4-FFF2-40B4-BE49-F238E27FC236}">
                    <a16:creationId xmlns:a16="http://schemas.microsoft.com/office/drawing/2014/main" id="{54A4380D-CD2B-23DB-7E8E-6646BB2BBFF6}"/>
                  </a:ext>
                </a:extLst>
              </p:cNvPr>
              <p:cNvSpPr txBox="1"/>
              <p:nvPr/>
            </p:nvSpPr>
            <p:spPr>
              <a:xfrm>
                <a:off x="5927725" y="4921490"/>
                <a:ext cx="644419" cy="353857"/>
              </a:xfrm>
              <a:custGeom>
                <a:avLst/>
                <a:gdLst>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276999"/>
                  <a:gd name="csX1" fmla="*/ 644419 w 644419"/>
                  <a:gd name="csY1" fmla="*/ 0 h 276999"/>
                  <a:gd name="csX2" fmla="*/ 644419 w 644419"/>
                  <a:gd name="csY2" fmla="*/ 276999 h 276999"/>
                  <a:gd name="csX3" fmla="*/ 0 w 644419"/>
                  <a:gd name="csY3" fmla="*/ 276999 h 276999"/>
                  <a:gd name="csX4" fmla="*/ 0 w 644419"/>
                  <a:gd name="csY4" fmla="*/ 0 h 276999"/>
                  <a:gd name="csX0" fmla="*/ 0 w 644419"/>
                  <a:gd name="csY0" fmla="*/ 0 h 330621"/>
                  <a:gd name="csX1" fmla="*/ 644419 w 644419"/>
                  <a:gd name="csY1" fmla="*/ 0 h 330621"/>
                  <a:gd name="csX2" fmla="*/ 644419 w 644419"/>
                  <a:gd name="csY2" fmla="*/ 276999 h 330621"/>
                  <a:gd name="csX3" fmla="*/ 0 w 644419"/>
                  <a:gd name="csY3" fmla="*/ 276999 h 330621"/>
                  <a:gd name="csX4" fmla="*/ 0 w 644419"/>
                  <a:gd name="csY4" fmla="*/ 0 h 330621"/>
                  <a:gd name="csX0" fmla="*/ 0 w 644419"/>
                  <a:gd name="csY0" fmla="*/ 0 h 353857"/>
                  <a:gd name="csX1" fmla="*/ 644419 w 644419"/>
                  <a:gd name="csY1" fmla="*/ 0 h 353857"/>
                  <a:gd name="csX2" fmla="*/ 644419 w 644419"/>
                  <a:gd name="csY2" fmla="*/ 276999 h 353857"/>
                  <a:gd name="csX3" fmla="*/ 0 w 644419"/>
                  <a:gd name="csY3" fmla="*/ 276999 h 353857"/>
                  <a:gd name="csX4" fmla="*/ 0 w 644419"/>
                  <a:gd name="csY4" fmla="*/ 0 h 353857"/>
                </a:gdLst>
                <a:ahLst/>
                <a:cxnLst>
                  <a:cxn ang="0">
                    <a:pos x="csX0" y="csY0"/>
                  </a:cxn>
                  <a:cxn ang="0">
                    <a:pos x="csX1" y="csY1"/>
                  </a:cxn>
                  <a:cxn ang="0">
                    <a:pos x="csX2" y="csY2"/>
                  </a:cxn>
                  <a:cxn ang="0">
                    <a:pos x="csX3" y="csY3"/>
                  </a:cxn>
                  <a:cxn ang="0">
                    <a:pos x="csX4" y="csY4"/>
                  </a:cxn>
                </a:cxnLst>
                <a:rect l="l" t="t" r="r" b="b"/>
                <a:pathLst>
                  <a:path w="644419" h="353857">
                    <a:moveTo>
                      <a:pt x="0" y="0"/>
                    </a:moveTo>
                    <a:cubicBezTo>
                      <a:pt x="170356" y="149225"/>
                      <a:pt x="458188" y="120650"/>
                      <a:pt x="644419" y="0"/>
                    </a:cubicBezTo>
                    <a:lnTo>
                      <a:pt x="644419" y="276999"/>
                    </a:lnTo>
                    <a:cubicBezTo>
                      <a:pt x="432788" y="359549"/>
                      <a:pt x="202106" y="397649"/>
                      <a:pt x="0" y="276999"/>
                    </a:cubicBezTo>
                    <a:lnTo>
                      <a:pt x="0" y="0"/>
                    </a:lnTo>
                    <a:close/>
                  </a:path>
                </a:pathLst>
              </a:custGeom>
              <a:solidFill>
                <a:srgbClr val="3BD25D"/>
              </a:solidFill>
            </p:spPr>
            <p:txBody>
              <a:bodyPr wrap="square" rtlCol="0">
                <a:spAutoFit/>
              </a:bodyPr>
              <a:lstStyle/>
              <a:p>
                <a:pPr algn="ctr"/>
                <a:endParaRPr lang="en-US" sz="1200" dirty="0">
                  <a:effectLst>
                    <a:glow rad="63500">
                      <a:schemeClr val="bg1">
                        <a:alpha val="40000"/>
                      </a:schemeClr>
                    </a:glow>
                  </a:effectLst>
                  <a:latin typeface="Source Sans Pro" panose="020B0503030403020204" pitchFamily="34" charset="0"/>
                  <a:ea typeface="Source Sans Pro" panose="020B0503030403020204" pitchFamily="34" charset="0"/>
                </a:endParaRPr>
              </a:p>
            </p:txBody>
          </p:sp>
        </p:grpSp>
        <p:grpSp>
          <p:nvGrpSpPr>
            <p:cNvPr id="135" name="Group 134">
              <a:extLst>
                <a:ext uri="{FF2B5EF4-FFF2-40B4-BE49-F238E27FC236}">
                  <a16:creationId xmlns:a16="http://schemas.microsoft.com/office/drawing/2014/main" id="{36AE9608-4EBD-0D88-718B-4E3DDD3F2A96}"/>
                </a:ext>
              </a:extLst>
            </p:cNvPr>
            <p:cNvGrpSpPr/>
            <p:nvPr/>
          </p:nvGrpSpPr>
          <p:grpSpPr>
            <a:xfrm>
              <a:off x="10409411" y="3367293"/>
              <a:ext cx="567203" cy="556714"/>
              <a:chOff x="8838491" y="3001795"/>
              <a:chExt cx="914211" cy="854416"/>
            </a:xfrm>
          </p:grpSpPr>
          <p:sp>
            <p:nvSpPr>
              <p:cNvPr id="137" name="Oval 136">
                <a:extLst>
                  <a:ext uri="{FF2B5EF4-FFF2-40B4-BE49-F238E27FC236}">
                    <a16:creationId xmlns:a16="http://schemas.microsoft.com/office/drawing/2014/main" id="{2734545C-92F2-3C30-A17D-F14DB0F345A9}"/>
                  </a:ext>
                </a:extLst>
              </p:cNvPr>
              <p:cNvSpPr/>
              <p:nvPr/>
            </p:nvSpPr>
            <p:spPr>
              <a:xfrm>
                <a:off x="8838491" y="3001795"/>
                <a:ext cx="914211" cy="854416"/>
              </a:xfrm>
              <a:prstGeom prst="ellipse">
                <a:avLst/>
              </a:prstGeom>
              <a:solidFill>
                <a:srgbClr val="FFD25D"/>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8" name="Graphic 137" descr="Speech with solid fill">
                <a:extLst>
                  <a:ext uri="{FF2B5EF4-FFF2-40B4-BE49-F238E27FC236}">
                    <a16:creationId xmlns:a16="http://schemas.microsoft.com/office/drawing/2014/main" id="{055FDE9D-8A9C-2935-8AE4-C922CF03F5F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80586" y="3147545"/>
                <a:ext cx="621505" cy="621503"/>
              </a:xfrm>
              <a:prstGeom prst="rect">
                <a:avLst/>
              </a:prstGeom>
            </p:spPr>
          </p:pic>
        </p:grpSp>
        <p:pic>
          <p:nvPicPr>
            <p:cNvPr id="136" name="Graphic 135" descr="Voice outline">
              <a:extLst>
                <a:ext uri="{FF2B5EF4-FFF2-40B4-BE49-F238E27FC236}">
                  <a16:creationId xmlns:a16="http://schemas.microsoft.com/office/drawing/2014/main" id="{79838FA1-71CF-6EE9-50DD-B920B748088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707935" y="3843766"/>
              <a:ext cx="376498" cy="237779"/>
            </a:xfrm>
            <a:prstGeom prst="rect">
              <a:avLst/>
            </a:prstGeom>
          </p:spPr>
        </p:pic>
      </p:grpSp>
      <p:sp>
        <p:nvSpPr>
          <p:cNvPr id="144" name="TextBox 143">
            <a:extLst>
              <a:ext uri="{FF2B5EF4-FFF2-40B4-BE49-F238E27FC236}">
                <a16:creationId xmlns:a16="http://schemas.microsoft.com/office/drawing/2014/main" id="{EA1A4A82-932B-4A97-3895-99E87F7D6031}"/>
              </a:ext>
            </a:extLst>
          </p:cNvPr>
          <p:cNvSpPr txBox="1"/>
          <p:nvPr/>
        </p:nvSpPr>
        <p:spPr>
          <a:xfrm>
            <a:off x="895736" y="25460"/>
            <a:ext cx="2548256" cy="830997"/>
          </a:xfrm>
          <a:prstGeom prst="rect">
            <a:avLst/>
          </a:prstGeom>
          <a:noFill/>
        </p:spPr>
        <p:txBody>
          <a:bodyPr wrap="square" rtlCol="0">
            <a:spAutoFit/>
          </a:bodyPr>
          <a:lstStyle/>
          <a:p>
            <a:r>
              <a:rPr lang="en-US" sz="2400" b="1" dirty="0"/>
              <a:t>SPOTIFY  </a:t>
            </a:r>
          </a:p>
          <a:p>
            <a:r>
              <a:rPr lang="en-US" sz="2400" b="1" dirty="0"/>
              <a:t>  UNWRAPPED</a:t>
            </a:r>
          </a:p>
        </p:txBody>
      </p:sp>
      <p:sp>
        <p:nvSpPr>
          <p:cNvPr id="145" name="Magnetic Disk 144">
            <a:extLst>
              <a:ext uri="{FF2B5EF4-FFF2-40B4-BE49-F238E27FC236}">
                <a16:creationId xmlns:a16="http://schemas.microsoft.com/office/drawing/2014/main" id="{AE654BE4-CECF-2769-E251-91C596C45126}"/>
              </a:ext>
            </a:extLst>
          </p:cNvPr>
          <p:cNvSpPr/>
          <p:nvPr/>
        </p:nvSpPr>
        <p:spPr>
          <a:xfrm>
            <a:off x="242977" y="5687660"/>
            <a:ext cx="309949" cy="230719"/>
          </a:xfrm>
          <a:prstGeom prst="flowChartMagneticDisk">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accent1">
                  <a:lumMod val="50000"/>
                </a:schemeClr>
              </a:solidFill>
            </a:endParaRPr>
          </a:p>
        </p:txBody>
      </p:sp>
      <p:sp>
        <p:nvSpPr>
          <p:cNvPr id="146" name="Rounded Rectangle 145">
            <a:extLst>
              <a:ext uri="{FF2B5EF4-FFF2-40B4-BE49-F238E27FC236}">
                <a16:creationId xmlns:a16="http://schemas.microsoft.com/office/drawing/2014/main" id="{C5353208-2134-7902-BF70-6A41E933D84F}"/>
              </a:ext>
            </a:extLst>
          </p:cNvPr>
          <p:cNvSpPr/>
          <p:nvPr/>
        </p:nvSpPr>
        <p:spPr>
          <a:xfrm>
            <a:off x="84126" y="5305949"/>
            <a:ext cx="1675568" cy="1483110"/>
          </a:xfrm>
          <a:prstGeom prst="roundRect">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56034F00-66A4-A7CD-3CD0-22AB1C540226}"/>
              </a:ext>
            </a:extLst>
          </p:cNvPr>
          <p:cNvSpPr txBox="1"/>
          <p:nvPr/>
        </p:nvSpPr>
        <p:spPr>
          <a:xfrm>
            <a:off x="668646" y="5344997"/>
            <a:ext cx="998635" cy="276999"/>
          </a:xfrm>
          <a:prstGeom prst="rect">
            <a:avLst/>
          </a:prstGeom>
          <a:noFill/>
        </p:spPr>
        <p:txBody>
          <a:bodyPr wrap="square">
            <a:spAutoFit/>
          </a:bodyPr>
          <a:lstStyle/>
          <a:p>
            <a:r>
              <a:rPr lang="en-US" sz="1200" dirty="0">
                <a:solidFill>
                  <a:schemeClr val="tx1">
                    <a:lumMod val="50000"/>
                    <a:lumOff val="50000"/>
                  </a:schemeClr>
                </a:solidFill>
              </a:rPr>
              <a:t>Stakeholder</a:t>
            </a:r>
          </a:p>
        </p:txBody>
      </p:sp>
      <p:sp>
        <p:nvSpPr>
          <p:cNvPr id="148" name="Right Arrow 147">
            <a:extLst>
              <a:ext uri="{FF2B5EF4-FFF2-40B4-BE49-F238E27FC236}">
                <a16:creationId xmlns:a16="http://schemas.microsoft.com/office/drawing/2014/main" id="{3D5B4482-218D-88DC-699A-D0D9396CB179}"/>
              </a:ext>
            </a:extLst>
          </p:cNvPr>
          <p:cNvSpPr/>
          <p:nvPr/>
        </p:nvSpPr>
        <p:spPr>
          <a:xfrm>
            <a:off x="242976" y="5968172"/>
            <a:ext cx="309950" cy="230718"/>
          </a:xfrm>
          <a:prstGeom prst="rightArrow">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endParaRPr lang="en-US" sz="1200" dirty="0">
              <a:solidFill>
                <a:schemeClr val="accent6">
                  <a:lumMod val="50000"/>
                </a:schemeClr>
              </a:solidFill>
            </a:endParaRPr>
          </a:p>
        </p:txBody>
      </p:sp>
      <p:sp>
        <p:nvSpPr>
          <p:cNvPr id="149" name="TextBox 148">
            <a:extLst>
              <a:ext uri="{FF2B5EF4-FFF2-40B4-BE49-F238E27FC236}">
                <a16:creationId xmlns:a16="http://schemas.microsoft.com/office/drawing/2014/main" id="{0C225518-A8A5-B194-3B25-ADBA570C07C3}"/>
              </a:ext>
            </a:extLst>
          </p:cNvPr>
          <p:cNvSpPr txBox="1"/>
          <p:nvPr/>
        </p:nvSpPr>
        <p:spPr>
          <a:xfrm>
            <a:off x="668646" y="5915334"/>
            <a:ext cx="998635" cy="276999"/>
          </a:xfrm>
          <a:prstGeom prst="rect">
            <a:avLst/>
          </a:prstGeom>
          <a:noFill/>
        </p:spPr>
        <p:txBody>
          <a:bodyPr wrap="square">
            <a:spAutoFit/>
          </a:bodyPr>
          <a:lstStyle/>
          <a:p>
            <a:r>
              <a:rPr lang="en-US" sz="1200" dirty="0">
                <a:solidFill>
                  <a:schemeClr val="tx1">
                    <a:lumMod val="50000"/>
                    <a:lumOff val="50000"/>
                  </a:schemeClr>
                </a:solidFill>
              </a:rPr>
              <a:t>Data flow</a:t>
            </a:r>
          </a:p>
        </p:txBody>
      </p:sp>
      <p:sp>
        <p:nvSpPr>
          <p:cNvPr id="150" name="Process 149">
            <a:extLst>
              <a:ext uri="{FF2B5EF4-FFF2-40B4-BE49-F238E27FC236}">
                <a16:creationId xmlns:a16="http://schemas.microsoft.com/office/drawing/2014/main" id="{8B21E2D6-2AA2-96EB-96A2-269A6E18E08C}"/>
              </a:ext>
            </a:extLst>
          </p:cNvPr>
          <p:cNvSpPr/>
          <p:nvPr/>
        </p:nvSpPr>
        <p:spPr>
          <a:xfrm>
            <a:off x="217576" y="6483742"/>
            <a:ext cx="411958" cy="222187"/>
          </a:xfrm>
          <a:prstGeom prst="flowChartProcess">
            <a:avLst/>
          </a:prstGeom>
          <a:solidFill>
            <a:schemeClr val="bg1">
              <a:lumMod val="9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i="1" dirty="0">
                <a:solidFill>
                  <a:schemeClr val="tx2">
                    <a:lumMod val="90000"/>
                    <a:lumOff val="10000"/>
                  </a:schemeClr>
                </a:solidFill>
              </a:rPr>
              <a:t>Name</a:t>
            </a:r>
            <a:endParaRPr lang="en-US" sz="800" i="1" dirty="0">
              <a:solidFill>
                <a:schemeClr val="tx2">
                  <a:lumMod val="90000"/>
                  <a:lumOff val="10000"/>
                </a:schemeClr>
              </a:solidFill>
            </a:endParaRPr>
          </a:p>
        </p:txBody>
      </p:sp>
      <p:sp>
        <p:nvSpPr>
          <p:cNvPr id="151" name="TextBox 150">
            <a:extLst>
              <a:ext uri="{FF2B5EF4-FFF2-40B4-BE49-F238E27FC236}">
                <a16:creationId xmlns:a16="http://schemas.microsoft.com/office/drawing/2014/main" id="{82B27CF3-2775-0B6C-1627-0D36240B6626}"/>
              </a:ext>
            </a:extLst>
          </p:cNvPr>
          <p:cNvSpPr txBox="1"/>
          <p:nvPr/>
        </p:nvSpPr>
        <p:spPr>
          <a:xfrm>
            <a:off x="668646" y="6431034"/>
            <a:ext cx="998635" cy="276999"/>
          </a:xfrm>
          <a:prstGeom prst="rect">
            <a:avLst/>
          </a:prstGeom>
          <a:noFill/>
        </p:spPr>
        <p:txBody>
          <a:bodyPr wrap="square">
            <a:spAutoFit/>
          </a:bodyPr>
          <a:lstStyle/>
          <a:p>
            <a:r>
              <a:rPr lang="en-US" sz="1200" dirty="0">
                <a:solidFill>
                  <a:schemeClr val="tx1">
                    <a:lumMod val="50000"/>
                    <a:lumOff val="50000"/>
                  </a:schemeClr>
                </a:solidFill>
              </a:rPr>
              <a:t>Activity</a:t>
            </a:r>
          </a:p>
        </p:txBody>
      </p:sp>
      <p:pic>
        <p:nvPicPr>
          <p:cNvPr id="152" name="Graphic 151" descr="User with solid fill">
            <a:extLst>
              <a:ext uri="{FF2B5EF4-FFF2-40B4-BE49-F238E27FC236}">
                <a16:creationId xmlns:a16="http://schemas.microsoft.com/office/drawing/2014/main" id="{256F7CCF-9735-54D5-2834-AC23B768850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81373" y="5310814"/>
            <a:ext cx="433157" cy="329146"/>
          </a:xfrm>
          <a:prstGeom prst="rect">
            <a:avLst/>
          </a:prstGeom>
        </p:spPr>
      </p:pic>
      <p:sp>
        <p:nvSpPr>
          <p:cNvPr id="153" name="TextBox 152">
            <a:extLst>
              <a:ext uri="{FF2B5EF4-FFF2-40B4-BE49-F238E27FC236}">
                <a16:creationId xmlns:a16="http://schemas.microsoft.com/office/drawing/2014/main" id="{D1F2E852-E69D-A8A4-690C-786CC6A63233}"/>
              </a:ext>
            </a:extLst>
          </p:cNvPr>
          <p:cNvSpPr txBox="1"/>
          <p:nvPr/>
        </p:nvSpPr>
        <p:spPr>
          <a:xfrm>
            <a:off x="668646" y="5634828"/>
            <a:ext cx="998635" cy="276999"/>
          </a:xfrm>
          <a:prstGeom prst="rect">
            <a:avLst/>
          </a:prstGeom>
          <a:noFill/>
        </p:spPr>
        <p:txBody>
          <a:bodyPr wrap="square">
            <a:spAutoFit/>
          </a:bodyPr>
          <a:lstStyle/>
          <a:p>
            <a:r>
              <a:rPr lang="en-US" sz="1200" dirty="0">
                <a:solidFill>
                  <a:schemeClr val="tx1">
                    <a:lumMod val="50000"/>
                    <a:lumOff val="50000"/>
                  </a:schemeClr>
                </a:solidFill>
              </a:rPr>
              <a:t>Data store</a:t>
            </a:r>
          </a:p>
        </p:txBody>
      </p:sp>
      <p:sp>
        <p:nvSpPr>
          <p:cNvPr id="154" name="Display 153">
            <a:extLst>
              <a:ext uri="{FF2B5EF4-FFF2-40B4-BE49-F238E27FC236}">
                <a16:creationId xmlns:a16="http://schemas.microsoft.com/office/drawing/2014/main" id="{FF6971CC-510E-8F12-C905-4DA396BB0C7F}"/>
              </a:ext>
            </a:extLst>
          </p:cNvPr>
          <p:cNvSpPr/>
          <p:nvPr/>
        </p:nvSpPr>
        <p:spPr>
          <a:xfrm>
            <a:off x="179069" y="6232046"/>
            <a:ext cx="473561" cy="168565"/>
          </a:xfrm>
          <a:prstGeom prst="flowChartDisplay">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lumMod val="50000"/>
                    <a:lumOff val="50000"/>
                  </a:schemeClr>
                </a:solidFill>
              </a:rPr>
              <a:t>name</a:t>
            </a:r>
          </a:p>
        </p:txBody>
      </p:sp>
      <p:sp>
        <p:nvSpPr>
          <p:cNvPr id="155" name="TextBox 154">
            <a:extLst>
              <a:ext uri="{FF2B5EF4-FFF2-40B4-BE49-F238E27FC236}">
                <a16:creationId xmlns:a16="http://schemas.microsoft.com/office/drawing/2014/main" id="{741B6833-F17A-9C46-3C4D-256AA066D9C6}"/>
              </a:ext>
            </a:extLst>
          </p:cNvPr>
          <p:cNvSpPr txBox="1"/>
          <p:nvPr/>
        </p:nvSpPr>
        <p:spPr>
          <a:xfrm>
            <a:off x="668646" y="6179435"/>
            <a:ext cx="1167606" cy="276999"/>
          </a:xfrm>
          <a:prstGeom prst="rect">
            <a:avLst/>
          </a:prstGeom>
          <a:noFill/>
        </p:spPr>
        <p:txBody>
          <a:bodyPr wrap="square">
            <a:spAutoFit/>
          </a:bodyPr>
          <a:lstStyle/>
          <a:p>
            <a:r>
              <a:rPr lang="en-US" sz="1200" dirty="0">
                <a:solidFill>
                  <a:schemeClr val="tx1">
                    <a:lumMod val="50000"/>
                    <a:lumOff val="50000"/>
                  </a:schemeClr>
                </a:solidFill>
              </a:rPr>
              <a:t>Sharable data</a:t>
            </a:r>
          </a:p>
        </p:txBody>
      </p:sp>
      <p:sp>
        <p:nvSpPr>
          <p:cNvPr id="2" name="Rectangle 1">
            <a:extLst>
              <a:ext uri="{FF2B5EF4-FFF2-40B4-BE49-F238E27FC236}">
                <a16:creationId xmlns:a16="http://schemas.microsoft.com/office/drawing/2014/main" id="{805833D4-8CCB-9C16-43B1-7A7DCAA79885}"/>
              </a:ext>
            </a:extLst>
          </p:cNvPr>
          <p:cNvSpPr/>
          <p:nvPr/>
        </p:nvSpPr>
        <p:spPr>
          <a:xfrm>
            <a:off x="523632" y="1320800"/>
            <a:ext cx="3036789" cy="3691572"/>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TextBox 2">
            <a:extLst>
              <a:ext uri="{FF2B5EF4-FFF2-40B4-BE49-F238E27FC236}">
                <a16:creationId xmlns:a16="http://schemas.microsoft.com/office/drawing/2014/main" id="{2D71730C-259C-9F6E-233B-026C8615954A}"/>
              </a:ext>
            </a:extLst>
          </p:cNvPr>
          <p:cNvSpPr txBox="1"/>
          <p:nvPr/>
        </p:nvSpPr>
        <p:spPr>
          <a:xfrm>
            <a:off x="1296797" y="968644"/>
            <a:ext cx="1423467" cy="369332"/>
          </a:xfrm>
          <a:prstGeom prst="rect">
            <a:avLst/>
          </a:prstGeom>
          <a:noFill/>
        </p:spPr>
        <p:txBody>
          <a:bodyPr wrap="none" rtlCol="0">
            <a:spAutoFit/>
          </a:bodyPr>
          <a:lstStyle/>
          <a:p>
            <a:r>
              <a:rPr lang="en-US" b="1" i="1" u="sng" dirty="0"/>
              <a:t>We are here</a:t>
            </a:r>
          </a:p>
        </p:txBody>
      </p:sp>
    </p:spTree>
    <p:extLst>
      <p:ext uri="{BB962C8B-B14F-4D97-AF65-F5344CB8AC3E}">
        <p14:creationId xmlns:p14="http://schemas.microsoft.com/office/powerpoint/2010/main" val="2383830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28224CC-DBF2-30B3-3F30-F35EAD985C27}"/>
              </a:ext>
            </a:extLst>
          </p:cNvPr>
          <p:cNvSpPr/>
          <p:nvPr/>
        </p:nvSpPr>
        <p:spPr>
          <a:xfrm>
            <a:off x="3433451" y="1"/>
            <a:ext cx="8405941" cy="6525272"/>
          </a:xfrm>
          <a:prstGeom prst="rect">
            <a:avLst/>
          </a:prstGeom>
          <a:solidFill>
            <a:schemeClr val="bg1"/>
          </a:solidFill>
          <a:ln>
            <a:noFill/>
          </a:ln>
          <a:effectLst>
            <a:outerShdw blurRad="210959" dist="38100" dir="2700000" sx="102348" sy="102348"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21C2EA0-B55D-8045-2344-649AB80C5CA1}"/>
              </a:ext>
            </a:extLst>
          </p:cNvPr>
          <p:cNvSpPr txBox="1"/>
          <p:nvPr/>
        </p:nvSpPr>
        <p:spPr>
          <a:xfrm>
            <a:off x="352608" y="314960"/>
            <a:ext cx="2974473" cy="1534160"/>
          </a:xfrm>
          <a:prstGeom prst="rect">
            <a:avLst/>
          </a:prstGeom>
          <a:solidFill>
            <a:schemeClr val="bg1">
              <a:alpha val="80058"/>
            </a:schemeClr>
          </a:solidFill>
        </p:spPr>
        <p:txBody>
          <a:bodyPr vert="horz" lIns="91440" tIns="45720" rIns="91440" bIns="45720" rtlCol="0" anchor="t">
            <a:normAutofit/>
          </a:bodyPr>
          <a:lstStyle/>
          <a:p>
            <a:pPr>
              <a:lnSpc>
                <a:spcPct val="90000"/>
              </a:lnSpc>
              <a:spcBef>
                <a:spcPct val="0"/>
              </a:spcBef>
              <a:spcAft>
                <a:spcPts val="600"/>
              </a:spcAft>
            </a:pPr>
            <a:r>
              <a:rPr lang="en-US" sz="3200" dirty="0">
                <a:latin typeface="+mj-lt"/>
                <a:ea typeface="+mj-ea"/>
                <a:cs typeface="+mj-cs"/>
              </a:rPr>
              <a:t>Emotion Datasets for Spotify songs</a:t>
            </a:r>
            <a:endParaRPr lang="en-US" dirty="0">
              <a:latin typeface="+mj-lt"/>
              <a:ea typeface="+mj-ea"/>
              <a:cs typeface="+mj-cs"/>
            </a:endParaRPr>
          </a:p>
          <a:p>
            <a:pPr>
              <a:lnSpc>
                <a:spcPct val="90000"/>
              </a:lnSpc>
              <a:spcBef>
                <a:spcPct val="0"/>
              </a:spcBef>
              <a:spcAft>
                <a:spcPts val="600"/>
              </a:spcAft>
            </a:pPr>
            <a:endParaRPr lang="en-US" kern="1200" dirty="0">
              <a:solidFill>
                <a:schemeClr val="tx1"/>
              </a:solidFill>
              <a:latin typeface="+mj-lt"/>
              <a:ea typeface="+mj-ea"/>
              <a:cs typeface="+mj-cs"/>
            </a:endParaRPr>
          </a:p>
        </p:txBody>
      </p:sp>
      <p:sp>
        <p:nvSpPr>
          <p:cNvPr id="9" name="TextBox 8">
            <a:extLst>
              <a:ext uri="{FF2B5EF4-FFF2-40B4-BE49-F238E27FC236}">
                <a16:creationId xmlns:a16="http://schemas.microsoft.com/office/drawing/2014/main" id="{9E4EBE60-DBEE-7E9C-F0A7-80CAD534FAF6}"/>
              </a:ext>
            </a:extLst>
          </p:cNvPr>
          <p:cNvSpPr txBox="1"/>
          <p:nvPr/>
        </p:nvSpPr>
        <p:spPr>
          <a:xfrm>
            <a:off x="4131185" y="4761452"/>
            <a:ext cx="7201833" cy="1754326"/>
          </a:xfrm>
          <a:prstGeom prst="rect">
            <a:avLst/>
          </a:prstGeom>
          <a:noFill/>
        </p:spPr>
        <p:txBody>
          <a:bodyPr wrap="square" rtlCol="0">
            <a:spAutoFit/>
          </a:bodyPr>
          <a:lstStyle/>
          <a:p>
            <a:pPr marL="285750" indent="-285750">
              <a:buFont typeface="Arial" panose="020B0604020202020204" pitchFamily="34" charset="0"/>
              <a:buChar char="•"/>
            </a:pPr>
            <a:r>
              <a:rPr lang="en-US" dirty="0"/>
              <a:t>Ekman (lyrics heavy): </a:t>
            </a:r>
            <a:r>
              <a:rPr lang="en-US" dirty="0">
                <a:hlinkClick r:id="rId3" tooltip="https://www.kaggle.com/datasets/devdope/900k-spotify/data?select=final_milliondataset_bert_500k_revised.json"/>
              </a:rPr>
              <a:t>https://www.kaggle.com/datasets/</a:t>
            </a:r>
            <a:r>
              <a:rPr lang="en-US" dirty="0" err="1">
                <a:hlinkClick r:id="rId3" tooltip="https://www.kaggle.com/datasets/devdope/900k-spotify/data?select=final_milliondataset_bert_500k_revised.json"/>
              </a:rPr>
              <a:t>devdope</a:t>
            </a:r>
            <a:r>
              <a:rPr lang="en-US" dirty="0">
                <a:hlinkClick r:id="rId3" tooltip="https://www.kaggle.com/datasets/devdope/900k-spotify/data?select=final_milliondataset_bert_500k_revised.json"/>
              </a:rPr>
              <a:t>/900k-spotify/</a:t>
            </a:r>
            <a:r>
              <a:rPr lang="en-US" dirty="0" err="1">
                <a:hlinkClick r:id="rId3" tooltip="https://www.kaggle.com/datasets/devdope/900k-spotify/data?select=final_milliondataset_bert_500k_revised.json"/>
              </a:rPr>
              <a:t>data?select</a:t>
            </a:r>
            <a:r>
              <a:rPr lang="en-US" dirty="0">
                <a:hlinkClick r:id="rId3" tooltip="https://www.kaggle.com/datasets/devdope/900k-spotify/data?select=final_milliondataset_bert_500k_revised.json"/>
              </a:rPr>
              <a:t>=final_milliondataset_BERT_500K_rev…</a:t>
            </a:r>
            <a:endParaRPr lang="en-US" dirty="0"/>
          </a:p>
          <a:p>
            <a:pPr marL="285750" indent="-285750">
              <a:buFont typeface="Arial" panose="020B0604020202020204" pitchFamily="34" charset="0"/>
              <a:buChar char="•"/>
            </a:pPr>
            <a:r>
              <a:rPr lang="en-US" dirty="0"/>
              <a:t>Thayer (audio metadata heavy): </a:t>
            </a:r>
            <a:r>
              <a:rPr lang="en-US" dirty="0">
                <a:hlinkClick r:id="rId4" tooltip="https://www.kaggle.com/datasets/abdullahorzan/moodify-dataset?select=278k_labelled_uri.csv"/>
              </a:rPr>
              <a:t>https://www.kaggle.com/datasets/abdullahorzan/moodify-dataset?select=278k_labelled_uri.csv</a:t>
            </a:r>
            <a:endParaRPr lang="en-US" dirty="0"/>
          </a:p>
        </p:txBody>
      </p:sp>
      <p:pic>
        <p:nvPicPr>
          <p:cNvPr id="10" name="Picture 2" descr="ECE_SHP_Figure01_v01_Nuzzolo">
            <a:extLst>
              <a:ext uri="{FF2B5EF4-FFF2-40B4-BE49-F238E27FC236}">
                <a16:creationId xmlns:a16="http://schemas.microsoft.com/office/drawing/2014/main" id="{2CAE6F7C-55FD-54BB-8817-75532F423F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06080" y="1073170"/>
            <a:ext cx="3833312" cy="264224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How Paul Ekman's Theory of Emotion Can Help You Better Understand Others |  Envision your Evolution">
            <a:extLst>
              <a:ext uri="{FF2B5EF4-FFF2-40B4-BE49-F238E27FC236}">
                <a16:creationId xmlns:a16="http://schemas.microsoft.com/office/drawing/2014/main" id="{10493DF2-3A74-6B42-5934-C930A6AB1E1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1193" y="672376"/>
            <a:ext cx="4350987" cy="3881120"/>
          </a:xfrm>
          <a:prstGeom prst="rect">
            <a:avLst/>
          </a:prstGeom>
          <a:noFill/>
          <a:extLst>
            <a:ext uri="{909E8E84-426E-40DD-AFC4-6F175D3DCCD1}">
              <a14:hiddenFill xmlns:a14="http://schemas.microsoft.com/office/drawing/2010/main">
                <a:solidFill>
                  <a:srgbClr val="FFFFFF"/>
                </a:solidFill>
              </a14:hiddenFill>
            </a:ext>
          </a:extLst>
        </p:spPr>
      </p:pic>
      <p:sp>
        <p:nvSpPr>
          <p:cNvPr id="12" name="Multiplication Sign 11">
            <a:extLst>
              <a:ext uri="{FF2B5EF4-FFF2-40B4-BE49-F238E27FC236}">
                <a16:creationId xmlns:a16="http://schemas.microsoft.com/office/drawing/2014/main" id="{5BC0A4F3-6B4C-A661-5CD0-AEFED9736571}"/>
              </a:ext>
            </a:extLst>
          </p:cNvPr>
          <p:cNvSpPr/>
          <p:nvPr/>
        </p:nvSpPr>
        <p:spPr>
          <a:xfrm>
            <a:off x="5707900" y="1922776"/>
            <a:ext cx="1896787" cy="1442720"/>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peech Bubble: Rectangle with Corners Rounded 12">
            <a:extLst>
              <a:ext uri="{FF2B5EF4-FFF2-40B4-BE49-F238E27FC236}">
                <a16:creationId xmlns:a16="http://schemas.microsoft.com/office/drawing/2014/main" id="{990B5E89-0B63-7787-4976-594934E99AD5}"/>
              </a:ext>
            </a:extLst>
          </p:cNvPr>
          <p:cNvSpPr/>
          <p:nvPr/>
        </p:nvSpPr>
        <p:spPr>
          <a:xfrm>
            <a:off x="2037999" y="4166702"/>
            <a:ext cx="1778000" cy="1684358"/>
          </a:xfrm>
          <a:prstGeom prst="wedgeRoundRectCallout">
            <a:avLst>
              <a:gd name="adj1" fmla="val 52310"/>
              <a:gd name="adj2" fmla="val -13126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Divided to Joy and Love</a:t>
            </a:r>
          </a:p>
        </p:txBody>
      </p:sp>
      <p:sp>
        <p:nvSpPr>
          <p:cNvPr id="14" name="TextBox 13">
            <a:extLst>
              <a:ext uri="{FF2B5EF4-FFF2-40B4-BE49-F238E27FC236}">
                <a16:creationId xmlns:a16="http://schemas.microsoft.com/office/drawing/2014/main" id="{A43ACE57-746D-FCDA-638B-603FAC760D4E}"/>
              </a:ext>
            </a:extLst>
          </p:cNvPr>
          <p:cNvSpPr txBox="1"/>
          <p:nvPr/>
        </p:nvSpPr>
        <p:spPr>
          <a:xfrm>
            <a:off x="9261015" y="332727"/>
            <a:ext cx="2974473" cy="438893"/>
          </a:xfrm>
          <a:prstGeom prst="rect">
            <a:avLst/>
          </a:prstGeom>
          <a:noFill/>
        </p:spPr>
        <p:txBody>
          <a:bodyPr vert="horz" lIns="91440" tIns="45720" rIns="91440" bIns="45720" rtlCol="0" anchor="t">
            <a:normAutofit/>
          </a:bodyPr>
          <a:lstStyle/>
          <a:p>
            <a:pPr>
              <a:lnSpc>
                <a:spcPct val="90000"/>
              </a:lnSpc>
              <a:spcBef>
                <a:spcPct val="0"/>
              </a:spcBef>
              <a:spcAft>
                <a:spcPts val="600"/>
              </a:spcAft>
            </a:pPr>
            <a:r>
              <a:rPr lang="en-US" sz="2400" dirty="0">
                <a:latin typeface="+mj-lt"/>
                <a:ea typeface="+mj-ea"/>
                <a:cs typeface="+mj-cs"/>
              </a:rPr>
              <a:t>Thayer-style</a:t>
            </a:r>
            <a:endParaRPr lang="en-US" sz="1400" kern="1200" dirty="0">
              <a:solidFill>
                <a:schemeClr val="tx1"/>
              </a:solidFill>
              <a:latin typeface="+mj-lt"/>
              <a:ea typeface="+mj-ea"/>
              <a:cs typeface="+mj-cs"/>
            </a:endParaRPr>
          </a:p>
        </p:txBody>
      </p:sp>
      <p:sp>
        <p:nvSpPr>
          <p:cNvPr id="15" name="TextBox 14">
            <a:extLst>
              <a:ext uri="{FF2B5EF4-FFF2-40B4-BE49-F238E27FC236}">
                <a16:creationId xmlns:a16="http://schemas.microsoft.com/office/drawing/2014/main" id="{FA45A427-4038-07B8-AFAE-9D96C6A31687}"/>
              </a:ext>
            </a:extLst>
          </p:cNvPr>
          <p:cNvSpPr txBox="1"/>
          <p:nvPr/>
        </p:nvSpPr>
        <p:spPr>
          <a:xfrm>
            <a:off x="4910028" y="332727"/>
            <a:ext cx="2974473" cy="438893"/>
          </a:xfrm>
          <a:prstGeom prst="rect">
            <a:avLst/>
          </a:prstGeom>
          <a:noFill/>
        </p:spPr>
        <p:txBody>
          <a:bodyPr vert="horz" lIns="91440" tIns="45720" rIns="91440" bIns="45720" rtlCol="0" anchor="t">
            <a:normAutofit/>
          </a:bodyPr>
          <a:lstStyle/>
          <a:p>
            <a:pPr>
              <a:lnSpc>
                <a:spcPct val="90000"/>
              </a:lnSpc>
              <a:spcBef>
                <a:spcPct val="0"/>
              </a:spcBef>
              <a:spcAft>
                <a:spcPts val="600"/>
              </a:spcAft>
            </a:pPr>
            <a:r>
              <a:rPr lang="en-US" sz="2400" dirty="0">
                <a:latin typeface="+mj-lt"/>
                <a:ea typeface="+mj-ea"/>
                <a:cs typeface="+mj-cs"/>
              </a:rPr>
              <a:t>Ekman-style</a:t>
            </a:r>
            <a:endParaRPr lang="en-US" sz="1400" kern="1200" dirty="0">
              <a:solidFill>
                <a:schemeClr val="tx1"/>
              </a:solidFill>
              <a:latin typeface="+mj-lt"/>
              <a:ea typeface="+mj-ea"/>
              <a:cs typeface="+mj-cs"/>
            </a:endParaRPr>
          </a:p>
        </p:txBody>
      </p:sp>
      <p:sp>
        <p:nvSpPr>
          <p:cNvPr id="16" name="TextBox 15">
            <a:extLst>
              <a:ext uri="{FF2B5EF4-FFF2-40B4-BE49-F238E27FC236}">
                <a16:creationId xmlns:a16="http://schemas.microsoft.com/office/drawing/2014/main" id="{663F731C-01CA-2085-C7BB-E9F5B65D90DC}"/>
              </a:ext>
            </a:extLst>
          </p:cNvPr>
          <p:cNvSpPr txBox="1"/>
          <p:nvPr/>
        </p:nvSpPr>
        <p:spPr>
          <a:xfrm>
            <a:off x="394273" y="1922776"/>
            <a:ext cx="2357120" cy="2308324"/>
          </a:xfrm>
          <a:prstGeom prst="rect">
            <a:avLst/>
          </a:prstGeom>
          <a:noFill/>
        </p:spPr>
        <p:txBody>
          <a:bodyPr wrap="square" rtlCol="0">
            <a:spAutoFit/>
          </a:bodyPr>
          <a:lstStyle/>
          <a:p>
            <a:pPr marL="285750" indent="-285750">
              <a:buFont typeface="Arial" panose="020B0604020202020204" pitchFamily="34" charset="0"/>
              <a:buChar char="•"/>
            </a:pPr>
            <a:r>
              <a:rPr lang="en-US" dirty="0"/>
              <a:t>No Spotify Premium account, so no access to Spotify Web API</a:t>
            </a:r>
          </a:p>
          <a:p>
            <a:pPr marL="285750" indent="-285750">
              <a:buFont typeface="Arial" panose="020B0604020202020204" pitchFamily="34" charset="0"/>
              <a:buChar char="•"/>
            </a:pPr>
            <a:r>
              <a:rPr lang="en-US" dirty="0"/>
              <a:t>Current Solution: Kaggle!</a:t>
            </a:r>
            <a:br>
              <a:rPr lang="en-US" dirty="0"/>
            </a:br>
            <a:r>
              <a:rPr lang="en-US" dirty="0"/>
              <a:t>(but Spotify Web API is better)</a:t>
            </a:r>
          </a:p>
        </p:txBody>
      </p:sp>
    </p:spTree>
    <p:extLst>
      <p:ext uri="{BB962C8B-B14F-4D97-AF65-F5344CB8AC3E}">
        <p14:creationId xmlns:p14="http://schemas.microsoft.com/office/powerpoint/2010/main" val="3221112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3B700-8203-78A1-23B4-822ABFEAA081}"/>
              </a:ext>
            </a:extLst>
          </p:cNvPr>
          <p:cNvSpPr>
            <a:spLocks noGrp="1"/>
          </p:cNvSpPr>
          <p:nvPr>
            <p:ph type="title"/>
          </p:nvPr>
        </p:nvSpPr>
        <p:spPr>
          <a:xfrm>
            <a:off x="838200" y="365126"/>
            <a:ext cx="10515600" cy="698362"/>
          </a:xfrm>
        </p:spPr>
        <p:txBody>
          <a:bodyPr>
            <a:normAutofit fontScale="90000"/>
          </a:bodyPr>
          <a:lstStyle/>
          <a:p>
            <a:r>
              <a:rPr lang="en-US" dirty="0"/>
              <a:t>Temporal Dashboard: "rhythm" of a student's life</a:t>
            </a:r>
          </a:p>
        </p:txBody>
      </p:sp>
      <p:sp>
        <p:nvSpPr>
          <p:cNvPr id="3" name="Content Placeholder 2">
            <a:extLst>
              <a:ext uri="{FF2B5EF4-FFF2-40B4-BE49-F238E27FC236}">
                <a16:creationId xmlns:a16="http://schemas.microsoft.com/office/drawing/2014/main" id="{8206D6E3-5F53-35B6-3BF6-0455690469F5}"/>
              </a:ext>
            </a:extLst>
          </p:cNvPr>
          <p:cNvSpPr>
            <a:spLocks noGrp="1"/>
          </p:cNvSpPr>
          <p:nvPr>
            <p:ph idx="1"/>
          </p:nvPr>
        </p:nvSpPr>
        <p:spPr>
          <a:xfrm>
            <a:off x="1530626" y="1182757"/>
            <a:ext cx="9823174" cy="4994206"/>
          </a:xfrm>
        </p:spPr>
        <p:txBody>
          <a:bodyPr/>
          <a:lstStyle/>
          <a:p>
            <a:endParaRPr lang="en-US" dirty="0"/>
          </a:p>
        </p:txBody>
      </p:sp>
      <p:pic>
        <p:nvPicPr>
          <p:cNvPr id="5" name="Picture 4">
            <a:extLst>
              <a:ext uri="{FF2B5EF4-FFF2-40B4-BE49-F238E27FC236}">
                <a16:creationId xmlns:a16="http://schemas.microsoft.com/office/drawing/2014/main" id="{CC6A3B09-A97F-1A96-D583-48B11B985581}"/>
              </a:ext>
            </a:extLst>
          </p:cNvPr>
          <p:cNvPicPr>
            <a:picLocks noChangeAspect="1"/>
          </p:cNvPicPr>
          <p:nvPr/>
        </p:nvPicPr>
        <p:blipFill>
          <a:blip r:embed="rId2"/>
          <a:stretch>
            <a:fillRect/>
          </a:stretch>
        </p:blipFill>
        <p:spPr>
          <a:xfrm>
            <a:off x="838200" y="985486"/>
            <a:ext cx="10721009" cy="5388747"/>
          </a:xfrm>
          <a:prstGeom prst="rect">
            <a:avLst/>
          </a:prstGeom>
        </p:spPr>
      </p:pic>
    </p:spTree>
    <p:extLst>
      <p:ext uri="{BB962C8B-B14F-4D97-AF65-F5344CB8AC3E}">
        <p14:creationId xmlns:p14="http://schemas.microsoft.com/office/powerpoint/2010/main" val="2622967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5329E-55FD-B56D-7E0F-3EA0889EA0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4960AC-128A-5459-5FAD-91CAE10ED73C}"/>
              </a:ext>
            </a:extLst>
          </p:cNvPr>
          <p:cNvSpPr>
            <a:spLocks noGrp="1"/>
          </p:cNvSpPr>
          <p:nvPr>
            <p:ph type="title"/>
          </p:nvPr>
        </p:nvSpPr>
        <p:spPr>
          <a:xfrm>
            <a:off x="838200" y="365126"/>
            <a:ext cx="10515600" cy="698362"/>
          </a:xfrm>
        </p:spPr>
        <p:txBody>
          <a:bodyPr>
            <a:normAutofit fontScale="90000"/>
          </a:bodyPr>
          <a:lstStyle/>
          <a:p>
            <a:r>
              <a:rPr lang="en-US" dirty="0"/>
              <a:t>Temporal Dashboard</a:t>
            </a:r>
          </a:p>
        </p:txBody>
      </p:sp>
      <p:sp>
        <p:nvSpPr>
          <p:cNvPr id="3" name="Content Placeholder 2">
            <a:extLst>
              <a:ext uri="{FF2B5EF4-FFF2-40B4-BE49-F238E27FC236}">
                <a16:creationId xmlns:a16="http://schemas.microsoft.com/office/drawing/2014/main" id="{9B6FFFFF-AEB3-AC0E-C3D0-902E4C95EBF9}"/>
              </a:ext>
            </a:extLst>
          </p:cNvPr>
          <p:cNvSpPr>
            <a:spLocks noGrp="1"/>
          </p:cNvSpPr>
          <p:nvPr>
            <p:ph idx="1"/>
          </p:nvPr>
        </p:nvSpPr>
        <p:spPr>
          <a:xfrm>
            <a:off x="1063487" y="4872765"/>
            <a:ext cx="5466519" cy="1167637"/>
          </a:xfrm>
        </p:spPr>
        <p:txBody>
          <a:bodyPr>
            <a:noAutofit/>
          </a:bodyPr>
          <a:lstStyle/>
          <a:p>
            <a:pPr marL="0" indent="0">
              <a:buNone/>
            </a:pPr>
            <a:r>
              <a:rPr lang="en-US" sz="2400" dirty="0"/>
              <a:t>On by default</a:t>
            </a:r>
          </a:p>
          <a:p>
            <a:r>
              <a:rPr lang="en-US" sz="2400" dirty="0"/>
              <a:t>Emotion imputation based on nearest </a:t>
            </a:r>
            <a:r>
              <a:rPr lang="en-US" sz="2400" dirty="0" err="1"/>
              <a:t>neighbours</a:t>
            </a:r>
            <a:endParaRPr lang="en-US" sz="2400" dirty="0"/>
          </a:p>
          <a:p>
            <a:r>
              <a:rPr lang="en-US" sz="2400" dirty="0"/>
              <a:t>7-Day Rolling Average</a:t>
            </a:r>
          </a:p>
        </p:txBody>
      </p:sp>
      <p:pic>
        <p:nvPicPr>
          <p:cNvPr id="5" name="Picture 4">
            <a:extLst>
              <a:ext uri="{FF2B5EF4-FFF2-40B4-BE49-F238E27FC236}">
                <a16:creationId xmlns:a16="http://schemas.microsoft.com/office/drawing/2014/main" id="{6164D2A0-AA51-977C-E8BD-F966A567C0DC}"/>
              </a:ext>
            </a:extLst>
          </p:cNvPr>
          <p:cNvPicPr>
            <a:picLocks noChangeAspect="1"/>
          </p:cNvPicPr>
          <p:nvPr/>
        </p:nvPicPr>
        <p:blipFill>
          <a:blip r:embed="rId3"/>
          <a:stretch>
            <a:fillRect/>
          </a:stretch>
        </p:blipFill>
        <p:spPr>
          <a:xfrm>
            <a:off x="6612351" y="795134"/>
            <a:ext cx="4032457" cy="5169166"/>
          </a:xfrm>
          <a:prstGeom prst="rect">
            <a:avLst/>
          </a:prstGeom>
        </p:spPr>
      </p:pic>
      <p:sp>
        <p:nvSpPr>
          <p:cNvPr id="6" name="Right Brace 5">
            <a:extLst>
              <a:ext uri="{FF2B5EF4-FFF2-40B4-BE49-F238E27FC236}">
                <a16:creationId xmlns:a16="http://schemas.microsoft.com/office/drawing/2014/main" id="{6A7726BC-92BD-537C-AFFF-5EF26B457F48}"/>
              </a:ext>
            </a:extLst>
          </p:cNvPr>
          <p:cNvSpPr/>
          <p:nvPr/>
        </p:nvSpPr>
        <p:spPr>
          <a:xfrm rot="10800000">
            <a:off x="6530005" y="5199884"/>
            <a:ext cx="391527" cy="566415"/>
          </a:xfrm>
          <a:prstGeom prst="rightBrace">
            <a:avLst>
              <a:gd name="adj1" fmla="val 8333"/>
              <a:gd name="adj2" fmla="val 51605"/>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Right Brace 6">
            <a:extLst>
              <a:ext uri="{FF2B5EF4-FFF2-40B4-BE49-F238E27FC236}">
                <a16:creationId xmlns:a16="http://schemas.microsoft.com/office/drawing/2014/main" id="{3A60CB93-8CCA-5588-5FCC-1E2A76CD5B94}"/>
              </a:ext>
            </a:extLst>
          </p:cNvPr>
          <p:cNvSpPr/>
          <p:nvPr/>
        </p:nvSpPr>
        <p:spPr>
          <a:xfrm rot="10800000">
            <a:off x="6281525" y="3250097"/>
            <a:ext cx="640005" cy="1424666"/>
          </a:xfrm>
          <a:prstGeom prst="rightBrace">
            <a:avLst>
              <a:gd name="adj1" fmla="val 8333"/>
              <a:gd name="adj2" fmla="val 51605"/>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520B39E5-0B87-E0A9-B01F-42A985DD5BA5}"/>
              </a:ext>
            </a:extLst>
          </p:cNvPr>
          <p:cNvSpPr txBox="1">
            <a:spLocks/>
          </p:cNvSpPr>
          <p:nvPr/>
        </p:nvSpPr>
        <p:spPr>
          <a:xfrm>
            <a:off x="3513001" y="3731078"/>
            <a:ext cx="3058178" cy="8041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Date filter (working)</a:t>
            </a:r>
          </a:p>
        </p:txBody>
      </p:sp>
      <p:sp>
        <p:nvSpPr>
          <p:cNvPr id="10" name="Right Brace 9">
            <a:extLst>
              <a:ext uri="{FF2B5EF4-FFF2-40B4-BE49-F238E27FC236}">
                <a16:creationId xmlns:a16="http://schemas.microsoft.com/office/drawing/2014/main" id="{B5ADB91E-3E9E-9616-0EC2-99B5121BF801}"/>
              </a:ext>
            </a:extLst>
          </p:cNvPr>
          <p:cNvSpPr/>
          <p:nvPr/>
        </p:nvSpPr>
        <p:spPr>
          <a:xfrm rot="10800000">
            <a:off x="6126935" y="1685909"/>
            <a:ext cx="640005" cy="1424666"/>
          </a:xfrm>
          <a:prstGeom prst="rightBrace">
            <a:avLst>
              <a:gd name="adj1" fmla="val 8333"/>
              <a:gd name="adj2" fmla="val 51605"/>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Content Placeholder 2">
            <a:extLst>
              <a:ext uri="{FF2B5EF4-FFF2-40B4-BE49-F238E27FC236}">
                <a16:creationId xmlns:a16="http://schemas.microsoft.com/office/drawing/2014/main" id="{7AC1E088-4DA6-C484-444C-21489EBF62AF}"/>
              </a:ext>
            </a:extLst>
          </p:cNvPr>
          <p:cNvSpPr txBox="1">
            <a:spLocks/>
          </p:cNvSpPr>
          <p:nvPr/>
        </p:nvSpPr>
        <p:spPr>
          <a:xfrm>
            <a:off x="4154556" y="2188132"/>
            <a:ext cx="2292381" cy="8041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More types in progress</a:t>
            </a:r>
          </a:p>
        </p:txBody>
      </p:sp>
      <p:cxnSp>
        <p:nvCxnSpPr>
          <p:cNvPr id="13" name="Straight Arrow Connector 12">
            <a:extLst>
              <a:ext uri="{FF2B5EF4-FFF2-40B4-BE49-F238E27FC236}">
                <a16:creationId xmlns:a16="http://schemas.microsoft.com/office/drawing/2014/main" id="{5F30563C-1AC4-F80D-2B9B-10D495E74CBC}"/>
              </a:ext>
            </a:extLst>
          </p:cNvPr>
          <p:cNvCxnSpPr/>
          <p:nvPr/>
        </p:nvCxnSpPr>
        <p:spPr>
          <a:xfrm flipH="1" flipV="1">
            <a:off x="5447071" y="4775594"/>
            <a:ext cx="1474459" cy="1671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Content Placeholder 2">
            <a:extLst>
              <a:ext uri="{FF2B5EF4-FFF2-40B4-BE49-F238E27FC236}">
                <a16:creationId xmlns:a16="http://schemas.microsoft.com/office/drawing/2014/main" id="{4AF6EB65-C734-3AA5-8C61-506ADE2E4202}"/>
              </a:ext>
            </a:extLst>
          </p:cNvPr>
          <p:cNvSpPr txBox="1">
            <a:spLocks/>
          </p:cNvSpPr>
          <p:nvPr/>
        </p:nvSpPr>
        <p:spPr>
          <a:xfrm>
            <a:off x="3796746" y="4457086"/>
            <a:ext cx="2292381" cy="8041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In-progress</a:t>
            </a:r>
          </a:p>
        </p:txBody>
      </p:sp>
    </p:spTree>
    <p:extLst>
      <p:ext uri="{BB962C8B-B14F-4D97-AF65-F5344CB8AC3E}">
        <p14:creationId xmlns:p14="http://schemas.microsoft.com/office/powerpoint/2010/main" val="3076759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7080D-558C-2CFC-FC35-134FAAF6A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E99377-12B9-D9CA-8220-7CD8B7BA03BA}"/>
              </a:ext>
            </a:extLst>
          </p:cNvPr>
          <p:cNvSpPr>
            <a:spLocks noGrp="1"/>
          </p:cNvSpPr>
          <p:nvPr>
            <p:ph type="title"/>
          </p:nvPr>
        </p:nvSpPr>
        <p:spPr>
          <a:xfrm>
            <a:off x="838200" y="365126"/>
            <a:ext cx="10515600" cy="698362"/>
          </a:xfrm>
        </p:spPr>
        <p:txBody>
          <a:bodyPr>
            <a:normAutofit fontScale="90000"/>
          </a:bodyPr>
          <a:lstStyle/>
          <a:p>
            <a:r>
              <a:rPr lang="en-US" dirty="0"/>
              <a:t>Temporal Dashboard</a:t>
            </a:r>
          </a:p>
        </p:txBody>
      </p:sp>
      <p:sp>
        <p:nvSpPr>
          <p:cNvPr id="3" name="Content Placeholder 2">
            <a:extLst>
              <a:ext uri="{FF2B5EF4-FFF2-40B4-BE49-F238E27FC236}">
                <a16:creationId xmlns:a16="http://schemas.microsoft.com/office/drawing/2014/main" id="{105E5601-FFA9-AAB6-2A27-761E1F74CEF1}"/>
              </a:ext>
            </a:extLst>
          </p:cNvPr>
          <p:cNvSpPr>
            <a:spLocks noGrp="1"/>
          </p:cNvSpPr>
          <p:nvPr>
            <p:ph idx="1"/>
          </p:nvPr>
        </p:nvSpPr>
        <p:spPr>
          <a:xfrm>
            <a:off x="4396408" y="1182756"/>
            <a:ext cx="6967329" cy="2027582"/>
          </a:xfrm>
        </p:spPr>
        <p:txBody>
          <a:bodyPr>
            <a:normAutofit fontScale="92500"/>
          </a:bodyPr>
          <a:lstStyle/>
          <a:p>
            <a:pPr marL="0" indent="0">
              <a:buNone/>
            </a:pPr>
            <a:r>
              <a:rPr lang="en-US" dirty="0"/>
              <a:t>Upload JSON files:</a:t>
            </a:r>
          </a:p>
          <a:p>
            <a:pPr marL="514350" indent="-514350">
              <a:buFont typeface="+mj-lt"/>
              <a:buAutoNum type="arabicPeriod"/>
            </a:pPr>
            <a:r>
              <a:rPr lang="en-US" dirty="0" err="1"/>
              <a:t>Streaming_History_Audio</a:t>
            </a:r>
            <a:r>
              <a:rPr lang="en-US" dirty="0"/>
              <a:t> files (important)</a:t>
            </a:r>
          </a:p>
          <a:p>
            <a:pPr marL="514350" indent="-514350">
              <a:buFont typeface="+mj-lt"/>
              <a:buAutoNum type="arabicPeriod"/>
            </a:pPr>
            <a:r>
              <a:rPr lang="en-US" dirty="0"/>
              <a:t>Library file</a:t>
            </a:r>
          </a:p>
          <a:p>
            <a:pPr marL="514350" indent="-514350">
              <a:buFont typeface="+mj-lt"/>
              <a:buAutoNum type="arabicPeriod"/>
            </a:pPr>
            <a:r>
              <a:rPr lang="en-US" dirty="0"/>
              <a:t>Playlist file</a:t>
            </a:r>
          </a:p>
        </p:txBody>
      </p:sp>
      <p:pic>
        <p:nvPicPr>
          <p:cNvPr id="5" name="Picture 4">
            <a:extLst>
              <a:ext uri="{FF2B5EF4-FFF2-40B4-BE49-F238E27FC236}">
                <a16:creationId xmlns:a16="http://schemas.microsoft.com/office/drawing/2014/main" id="{9D920F18-83A1-FA30-A3F2-7970C5101F3C}"/>
              </a:ext>
            </a:extLst>
          </p:cNvPr>
          <p:cNvPicPr>
            <a:picLocks noChangeAspect="1"/>
          </p:cNvPicPr>
          <p:nvPr/>
        </p:nvPicPr>
        <p:blipFill>
          <a:blip r:embed="rId2"/>
          <a:srcRect t="7371" r="79172" b="34956"/>
          <a:stretch>
            <a:fillRect/>
          </a:stretch>
        </p:blipFill>
        <p:spPr>
          <a:xfrm>
            <a:off x="185530" y="1182756"/>
            <a:ext cx="4028661" cy="5606989"/>
          </a:xfrm>
          <a:prstGeom prst="rect">
            <a:avLst/>
          </a:prstGeom>
        </p:spPr>
      </p:pic>
      <p:pic>
        <p:nvPicPr>
          <p:cNvPr id="4" name="Picture 3">
            <a:extLst>
              <a:ext uri="{FF2B5EF4-FFF2-40B4-BE49-F238E27FC236}">
                <a16:creationId xmlns:a16="http://schemas.microsoft.com/office/drawing/2014/main" id="{F5D8C6DA-9FB5-BA84-EF9E-20FD6318779C}"/>
              </a:ext>
            </a:extLst>
          </p:cNvPr>
          <p:cNvPicPr>
            <a:picLocks noChangeAspect="1"/>
          </p:cNvPicPr>
          <p:nvPr/>
        </p:nvPicPr>
        <p:blipFill>
          <a:blip r:embed="rId2"/>
          <a:srcRect t="64774" r="79172"/>
          <a:stretch>
            <a:fillRect/>
          </a:stretch>
        </p:blipFill>
        <p:spPr>
          <a:xfrm>
            <a:off x="7805530" y="3429000"/>
            <a:ext cx="4386470" cy="3728897"/>
          </a:xfrm>
          <a:prstGeom prst="rect">
            <a:avLst/>
          </a:prstGeom>
        </p:spPr>
      </p:pic>
      <p:sp>
        <p:nvSpPr>
          <p:cNvPr id="6" name="Arrow: Left 5">
            <a:extLst>
              <a:ext uri="{FF2B5EF4-FFF2-40B4-BE49-F238E27FC236}">
                <a16:creationId xmlns:a16="http://schemas.microsoft.com/office/drawing/2014/main" id="{A53B2BD7-E811-118A-1A28-FCD36D02713E}"/>
              </a:ext>
            </a:extLst>
          </p:cNvPr>
          <p:cNvSpPr/>
          <p:nvPr/>
        </p:nvSpPr>
        <p:spPr>
          <a:xfrm rot="20345383">
            <a:off x="2969120" y="1618804"/>
            <a:ext cx="1347020" cy="69836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Left 6">
            <a:extLst>
              <a:ext uri="{FF2B5EF4-FFF2-40B4-BE49-F238E27FC236}">
                <a16:creationId xmlns:a16="http://schemas.microsoft.com/office/drawing/2014/main" id="{4D3D0F72-FB5C-96B8-BD75-8740BA206931}"/>
              </a:ext>
            </a:extLst>
          </p:cNvPr>
          <p:cNvSpPr/>
          <p:nvPr/>
        </p:nvSpPr>
        <p:spPr>
          <a:xfrm rot="11765259">
            <a:off x="6818876" y="4803922"/>
            <a:ext cx="1347020" cy="69836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CABAB0E3-CA7F-4C98-B2F4-9EA730AFB61C}"/>
              </a:ext>
            </a:extLst>
          </p:cNvPr>
          <p:cNvSpPr txBox="1">
            <a:spLocks/>
          </p:cNvSpPr>
          <p:nvPr/>
        </p:nvSpPr>
        <p:spPr>
          <a:xfrm>
            <a:off x="4752617" y="4139312"/>
            <a:ext cx="6967329" cy="20275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Learn how to </a:t>
            </a:r>
          </a:p>
          <a:p>
            <a:pPr marL="0" indent="0">
              <a:buFont typeface="Arial" panose="020B0604020202020204" pitchFamily="34" charset="0"/>
              <a:buNone/>
            </a:pPr>
            <a:r>
              <a:rPr lang="en-US" dirty="0"/>
              <a:t>Download</a:t>
            </a:r>
          </a:p>
          <a:p>
            <a:pPr marL="0" indent="0">
              <a:buFont typeface="Arial" panose="020B0604020202020204" pitchFamily="34" charset="0"/>
              <a:buNone/>
            </a:pPr>
            <a:r>
              <a:rPr lang="en-US" dirty="0"/>
              <a:t>Spotify Data</a:t>
            </a:r>
          </a:p>
        </p:txBody>
      </p:sp>
    </p:spTree>
    <p:extLst>
      <p:ext uri="{BB962C8B-B14F-4D97-AF65-F5344CB8AC3E}">
        <p14:creationId xmlns:p14="http://schemas.microsoft.com/office/powerpoint/2010/main" val="2741605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61F10-D676-99C6-EACD-2E8FA9913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406532-01CF-99AA-15A6-884FC94BD0DD}"/>
              </a:ext>
            </a:extLst>
          </p:cNvPr>
          <p:cNvSpPr>
            <a:spLocks noGrp="1"/>
          </p:cNvSpPr>
          <p:nvPr>
            <p:ph type="title"/>
          </p:nvPr>
        </p:nvSpPr>
        <p:spPr>
          <a:xfrm>
            <a:off x="838200" y="365126"/>
            <a:ext cx="10515600" cy="698362"/>
          </a:xfrm>
        </p:spPr>
        <p:txBody>
          <a:bodyPr>
            <a:normAutofit fontScale="90000"/>
          </a:bodyPr>
          <a:lstStyle/>
          <a:p>
            <a:r>
              <a:rPr lang="en-US" dirty="0"/>
              <a:t>Temporal Dashboard</a:t>
            </a:r>
          </a:p>
        </p:txBody>
      </p:sp>
      <p:sp>
        <p:nvSpPr>
          <p:cNvPr id="3" name="Content Placeholder 2">
            <a:extLst>
              <a:ext uri="{FF2B5EF4-FFF2-40B4-BE49-F238E27FC236}">
                <a16:creationId xmlns:a16="http://schemas.microsoft.com/office/drawing/2014/main" id="{1EC28480-8A8C-20D2-8D91-4A6E4DBED6AF}"/>
              </a:ext>
            </a:extLst>
          </p:cNvPr>
          <p:cNvSpPr>
            <a:spLocks noGrp="1"/>
          </p:cNvSpPr>
          <p:nvPr>
            <p:ph idx="1"/>
          </p:nvPr>
        </p:nvSpPr>
        <p:spPr>
          <a:xfrm>
            <a:off x="7374838" y="1490866"/>
            <a:ext cx="4137991" cy="4994206"/>
          </a:xfrm>
        </p:spPr>
        <p:txBody>
          <a:bodyPr>
            <a:normAutofit/>
          </a:bodyPr>
          <a:lstStyle/>
          <a:p>
            <a:pPr marL="0" indent="0">
              <a:buNone/>
            </a:pPr>
            <a:r>
              <a:rPr lang="en-US" sz="2400" dirty="0"/>
              <a:t>Emotions based on detected songs </a:t>
            </a:r>
          </a:p>
          <a:p>
            <a:pPr marL="0" indent="0">
              <a:buNone/>
            </a:pPr>
            <a:r>
              <a:rPr lang="en-US" sz="2400" dirty="0"/>
              <a:t>What is used?</a:t>
            </a:r>
          </a:p>
          <a:p>
            <a:r>
              <a:rPr lang="en-US" sz="2400" dirty="0"/>
              <a:t>Ekman: track name + artist name (can use ISRC if we have Spotify Web API)</a:t>
            </a:r>
          </a:p>
          <a:p>
            <a:r>
              <a:rPr lang="en-US" sz="2400" dirty="0"/>
              <a:t>Thayer: Spotify URI </a:t>
            </a:r>
          </a:p>
        </p:txBody>
      </p:sp>
      <p:grpSp>
        <p:nvGrpSpPr>
          <p:cNvPr id="8" name="Group 7">
            <a:extLst>
              <a:ext uri="{FF2B5EF4-FFF2-40B4-BE49-F238E27FC236}">
                <a16:creationId xmlns:a16="http://schemas.microsoft.com/office/drawing/2014/main" id="{37F03623-D20D-DF40-80FF-CFBB13D15916}"/>
              </a:ext>
            </a:extLst>
          </p:cNvPr>
          <p:cNvGrpSpPr/>
          <p:nvPr/>
        </p:nvGrpSpPr>
        <p:grpSpPr>
          <a:xfrm>
            <a:off x="0" y="1063488"/>
            <a:ext cx="6778486" cy="3528390"/>
            <a:chOff x="0" y="1227248"/>
            <a:chExt cx="7670291" cy="3851648"/>
          </a:xfrm>
        </p:grpSpPr>
        <p:pic>
          <p:nvPicPr>
            <p:cNvPr id="4" name="Picture 3">
              <a:extLst>
                <a:ext uri="{FF2B5EF4-FFF2-40B4-BE49-F238E27FC236}">
                  <a16:creationId xmlns:a16="http://schemas.microsoft.com/office/drawing/2014/main" id="{DF77062A-895C-9323-75EE-943D160D7F61}"/>
                </a:ext>
              </a:extLst>
            </p:cNvPr>
            <p:cNvPicPr>
              <a:picLocks noChangeAspect="1"/>
            </p:cNvPicPr>
            <p:nvPr/>
          </p:nvPicPr>
          <p:blipFill>
            <a:blip r:embed="rId3"/>
            <a:srcRect l="21848" t="14359" r="27534" b="35289"/>
            <a:stretch>
              <a:fillRect/>
            </a:stretch>
          </p:blipFill>
          <p:spPr>
            <a:xfrm>
              <a:off x="0" y="1341781"/>
              <a:ext cx="7474229" cy="3737115"/>
            </a:xfrm>
            <a:prstGeom prst="rect">
              <a:avLst/>
            </a:prstGeom>
          </p:spPr>
        </p:pic>
        <p:sp>
          <p:nvSpPr>
            <p:cNvPr id="6" name="TextBox 5">
              <a:extLst>
                <a:ext uri="{FF2B5EF4-FFF2-40B4-BE49-F238E27FC236}">
                  <a16:creationId xmlns:a16="http://schemas.microsoft.com/office/drawing/2014/main" id="{1A3831DD-D655-DCCC-07FB-B06BAEA12B1F}"/>
                </a:ext>
              </a:extLst>
            </p:cNvPr>
            <p:cNvSpPr txBox="1"/>
            <p:nvPr/>
          </p:nvSpPr>
          <p:spPr>
            <a:xfrm>
              <a:off x="1133158" y="1227248"/>
              <a:ext cx="2974473" cy="438893"/>
            </a:xfrm>
            <a:prstGeom prst="rect">
              <a:avLst/>
            </a:prstGeom>
            <a:noFill/>
          </p:spPr>
          <p:txBody>
            <a:bodyPr vert="horz" lIns="91440" tIns="45720" rIns="91440" bIns="45720" rtlCol="0" anchor="t">
              <a:normAutofit lnSpcReduction="10000"/>
            </a:bodyPr>
            <a:lstStyle/>
            <a:p>
              <a:pPr>
                <a:lnSpc>
                  <a:spcPct val="90000"/>
                </a:lnSpc>
                <a:spcBef>
                  <a:spcPct val="0"/>
                </a:spcBef>
                <a:spcAft>
                  <a:spcPts val="600"/>
                </a:spcAft>
              </a:pPr>
              <a:r>
                <a:rPr lang="en-US" sz="2400" dirty="0">
                  <a:latin typeface="+mj-lt"/>
                  <a:ea typeface="+mj-ea"/>
                  <a:cs typeface="+mj-cs"/>
                </a:rPr>
                <a:t>Ekman-style</a:t>
              </a:r>
              <a:endParaRPr lang="en-US" sz="1400" kern="1200" dirty="0">
                <a:solidFill>
                  <a:schemeClr val="tx1"/>
                </a:solidFill>
                <a:latin typeface="+mj-lt"/>
                <a:ea typeface="+mj-ea"/>
                <a:cs typeface="+mj-cs"/>
              </a:endParaRPr>
            </a:p>
          </p:txBody>
        </p:sp>
        <p:sp>
          <p:nvSpPr>
            <p:cNvPr id="7" name="TextBox 6">
              <a:extLst>
                <a:ext uri="{FF2B5EF4-FFF2-40B4-BE49-F238E27FC236}">
                  <a16:creationId xmlns:a16="http://schemas.microsoft.com/office/drawing/2014/main" id="{BD79F544-3FC2-36CF-BD55-C40E06D2CCA1}"/>
                </a:ext>
              </a:extLst>
            </p:cNvPr>
            <p:cNvSpPr txBox="1"/>
            <p:nvPr/>
          </p:nvSpPr>
          <p:spPr>
            <a:xfrm>
              <a:off x="4695818" y="1227248"/>
              <a:ext cx="2974473" cy="438893"/>
            </a:xfrm>
            <a:prstGeom prst="rect">
              <a:avLst/>
            </a:prstGeom>
            <a:noFill/>
          </p:spPr>
          <p:txBody>
            <a:bodyPr vert="horz" lIns="91440" tIns="45720" rIns="91440" bIns="45720" rtlCol="0" anchor="t">
              <a:normAutofit lnSpcReduction="10000"/>
            </a:bodyPr>
            <a:lstStyle/>
            <a:p>
              <a:pPr>
                <a:lnSpc>
                  <a:spcPct val="90000"/>
                </a:lnSpc>
                <a:spcBef>
                  <a:spcPct val="0"/>
                </a:spcBef>
                <a:spcAft>
                  <a:spcPts val="600"/>
                </a:spcAft>
              </a:pPr>
              <a:r>
                <a:rPr lang="en-US" sz="2400" dirty="0">
                  <a:latin typeface="+mj-lt"/>
                  <a:ea typeface="+mj-ea"/>
                  <a:cs typeface="+mj-cs"/>
                </a:rPr>
                <a:t>Thayer-style</a:t>
              </a:r>
              <a:endParaRPr lang="en-US" sz="1400" kern="1200" dirty="0">
                <a:solidFill>
                  <a:schemeClr val="tx1"/>
                </a:solidFill>
                <a:latin typeface="+mj-lt"/>
                <a:ea typeface="+mj-ea"/>
                <a:cs typeface="+mj-cs"/>
              </a:endParaRPr>
            </a:p>
          </p:txBody>
        </p:sp>
      </p:grpSp>
      <p:pic>
        <p:nvPicPr>
          <p:cNvPr id="12" name="Picture 11">
            <a:extLst>
              <a:ext uri="{FF2B5EF4-FFF2-40B4-BE49-F238E27FC236}">
                <a16:creationId xmlns:a16="http://schemas.microsoft.com/office/drawing/2014/main" id="{63392F8B-21AB-0A9F-22F3-3AFB17AFA3E8}"/>
              </a:ext>
            </a:extLst>
          </p:cNvPr>
          <p:cNvPicPr>
            <a:picLocks noChangeAspect="1"/>
          </p:cNvPicPr>
          <p:nvPr/>
        </p:nvPicPr>
        <p:blipFill>
          <a:blip r:embed="rId4"/>
          <a:srcRect b="53752"/>
          <a:stretch>
            <a:fillRect/>
          </a:stretch>
        </p:blipFill>
        <p:spPr>
          <a:xfrm>
            <a:off x="7440" y="4185643"/>
            <a:ext cx="6154009" cy="2572966"/>
          </a:xfrm>
          <a:prstGeom prst="rect">
            <a:avLst/>
          </a:prstGeom>
        </p:spPr>
      </p:pic>
      <p:pic>
        <p:nvPicPr>
          <p:cNvPr id="13" name="Picture 12">
            <a:extLst>
              <a:ext uri="{FF2B5EF4-FFF2-40B4-BE49-F238E27FC236}">
                <a16:creationId xmlns:a16="http://schemas.microsoft.com/office/drawing/2014/main" id="{5C84EB70-ED34-221A-0647-7D577686DEFB}"/>
              </a:ext>
            </a:extLst>
          </p:cNvPr>
          <p:cNvPicPr>
            <a:picLocks noChangeAspect="1"/>
          </p:cNvPicPr>
          <p:nvPr/>
        </p:nvPicPr>
        <p:blipFill>
          <a:blip r:embed="rId4"/>
          <a:srcRect t="51500"/>
          <a:stretch>
            <a:fillRect/>
          </a:stretch>
        </p:blipFill>
        <p:spPr>
          <a:xfrm>
            <a:off x="6161449" y="4214187"/>
            <a:ext cx="6154009" cy="2698263"/>
          </a:xfrm>
          <a:prstGeom prst="rect">
            <a:avLst/>
          </a:prstGeom>
        </p:spPr>
      </p:pic>
    </p:spTree>
    <p:extLst>
      <p:ext uri="{BB962C8B-B14F-4D97-AF65-F5344CB8AC3E}">
        <p14:creationId xmlns:p14="http://schemas.microsoft.com/office/powerpoint/2010/main" val="2995236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5CC34-F4E1-32FC-1D6C-4B7BFDC443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31BDEF-832B-D9BB-0E00-562A00FD1C64}"/>
              </a:ext>
            </a:extLst>
          </p:cNvPr>
          <p:cNvSpPr>
            <a:spLocks noGrp="1"/>
          </p:cNvSpPr>
          <p:nvPr>
            <p:ph type="title"/>
          </p:nvPr>
        </p:nvSpPr>
        <p:spPr>
          <a:xfrm>
            <a:off x="838200" y="365126"/>
            <a:ext cx="10515600" cy="698362"/>
          </a:xfrm>
        </p:spPr>
        <p:txBody>
          <a:bodyPr>
            <a:normAutofit fontScale="90000"/>
          </a:bodyPr>
          <a:lstStyle/>
          <a:p>
            <a:r>
              <a:rPr lang="en-US" dirty="0"/>
              <a:t>Temporal Dashboard</a:t>
            </a:r>
          </a:p>
        </p:txBody>
      </p:sp>
      <p:sp>
        <p:nvSpPr>
          <p:cNvPr id="3" name="Content Placeholder 2">
            <a:extLst>
              <a:ext uri="{FF2B5EF4-FFF2-40B4-BE49-F238E27FC236}">
                <a16:creationId xmlns:a16="http://schemas.microsoft.com/office/drawing/2014/main" id="{70C88AD1-CA49-89D4-6360-B90A6953E946}"/>
              </a:ext>
            </a:extLst>
          </p:cNvPr>
          <p:cNvSpPr>
            <a:spLocks noGrp="1"/>
          </p:cNvSpPr>
          <p:nvPr>
            <p:ph idx="1"/>
          </p:nvPr>
        </p:nvSpPr>
        <p:spPr>
          <a:xfrm>
            <a:off x="7374838" y="1490866"/>
            <a:ext cx="4137991" cy="4994206"/>
          </a:xfrm>
        </p:spPr>
        <p:txBody>
          <a:bodyPr>
            <a:normAutofit/>
          </a:bodyPr>
          <a:lstStyle/>
          <a:p>
            <a:r>
              <a:rPr lang="en-US" sz="2400" dirty="0"/>
              <a:t>Sentiment Deviation: track Positive or Negative sentiment of the listened songs </a:t>
            </a:r>
          </a:p>
          <a:p>
            <a:r>
              <a:rPr lang="en-US" sz="2400" dirty="0"/>
              <a:t>Match Coverage: shows percentages of matched songs</a:t>
            </a:r>
          </a:p>
        </p:txBody>
      </p:sp>
      <p:pic>
        <p:nvPicPr>
          <p:cNvPr id="9" name="Picture 8">
            <a:extLst>
              <a:ext uri="{FF2B5EF4-FFF2-40B4-BE49-F238E27FC236}">
                <a16:creationId xmlns:a16="http://schemas.microsoft.com/office/drawing/2014/main" id="{018A982C-4217-32FB-58EE-AFDF8BCF5E2A}"/>
              </a:ext>
            </a:extLst>
          </p:cNvPr>
          <p:cNvPicPr>
            <a:picLocks noChangeAspect="1"/>
          </p:cNvPicPr>
          <p:nvPr/>
        </p:nvPicPr>
        <p:blipFill>
          <a:blip r:embed="rId3"/>
          <a:stretch>
            <a:fillRect/>
          </a:stretch>
        </p:blipFill>
        <p:spPr>
          <a:xfrm>
            <a:off x="237307" y="931222"/>
            <a:ext cx="5858693" cy="5553850"/>
          </a:xfrm>
          <a:prstGeom prst="rect">
            <a:avLst/>
          </a:prstGeom>
        </p:spPr>
      </p:pic>
    </p:spTree>
    <p:extLst>
      <p:ext uri="{BB962C8B-B14F-4D97-AF65-F5344CB8AC3E}">
        <p14:creationId xmlns:p14="http://schemas.microsoft.com/office/powerpoint/2010/main" val="86651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A9E37-56AA-F683-07C9-EC7C73C67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70D616-FFE0-4B66-52B7-03BCA2393A9C}"/>
              </a:ext>
            </a:extLst>
          </p:cNvPr>
          <p:cNvSpPr>
            <a:spLocks noGrp="1"/>
          </p:cNvSpPr>
          <p:nvPr>
            <p:ph type="title"/>
          </p:nvPr>
        </p:nvSpPr>
        <p:spPr>
          <a:xfrm>
            <a:off x="838200" y="365126"/>
            <a:ext cx="10515600" cy="698362"/>
          </a:xfrm>
        </p:spPr>
        <p:txBody>
          <a:bodyPr>
            <a:normAutofit fontScale="90000"/>
          </a:bodyPr>
          <a:lstStyle/>
          <a:p>
            <a:r>
              <a:rPr lang="en-US" dirty="0"/>
              <a:t>Aggregations and Wrapped: Data to Identity</a:t>
            </a:r>
          </a:p>
        </p:txBody>
      </p:sp>
      <p:sp>
        <p:nvSpPr>
          <p:cNvPr id="3" name="Content Placeholder 2">
            <a:extLst>
              <a:ext uri="{FF2B5EF4-FFF2-40B4-BE49-F238E27FC236}">
                <a16:creationId xmlns:a16="http://schemas.microsoft.com/office/drawing/2014/main" id="{665D57C5-98DB-B61E-4888-AC1C2798D097}"/>
              </a:ext>
            </a:extLst>
          </p:cNvPr>
          <p:cNvSpPr>
            <a:spLocks noGrp="1"/>
          </p:cNvSpPr>
          <p:nvPr>
            <p:ph idx="1"/>
          </p:nvPr>
        </p:nvSpPr>
        <p:spPr>
          <a:xfrm>
            <a:off x="7185991" y="1570383"/>
            <a:ext cx="4823795" cy="4596636"/>
          </a:xfrm>
        </p:spPr>
        <p:txBody>
          <a:bodyPr>
            <a:normAutofit/>
          </a:bodyPr>
          <a:lstStyle/>
          <a:p>
            <a:r>
              <a:rPr lang="en-US" dirty="0"/>
              <a:t>Temporal tracking reveals rhythms, not reasons.</a:t>
            </a:r>
          </a:p>
          <a:p>
            <a:r>
              <a:rPr lang="en-US" dirty="0"/>
              <a:t>Need to translate timestamps and peaks into psychological insights.</a:t>
            </a:r>
          </a:p>
          <a:p>
            <a:r>
              <a:rPr lang="en-US" dirty="0"/>
              <a:t>Goal: Shift from technical data exploration to identity-facing narratives.</a:t>
            </a:r>
          </a:p>
          <a:p>
            <a:endParaRPr lang="en-US" sz="2400" dirty="0"/>
          </a:p>
        </p:txBody>
      </p:sp>
      <p:pic>
        <p:nvPicPr>
          <p:cNvPr id="7" name="Picture 6">
            <a:extLst>
              <a:ext uri="{FF2B5EF4-FFF2-40B4-BE49-F238E27FC236}">
                <a16:creationId xmlns:a16="http://schemas.microsoft.com/office/drawing/2014/main" id="{C0BBBFFA-7994-071D-9D20-73DF2D893E42}"/>
              </a:ext>
            </a:extLst>
          </p:cNvPr>
          <p:cNvPicPr>
            <a:picLocks noChangeAspect="1"/>
          </p:cNvPicPr>
          <p:nvPr/>
        </p:nvPicPr>
        <p:blipFill>
          <a:blip r:embed="rId3"/>
          <a:stretch>
            <a:fillRect/>
          </a:stretch>
        </p:blipFill>
        <p:spPr>
          <a:xfrm>
            <a:off x="182214" y="1396890"/>
            <a:ext cx="6973891" cy="4064220"/>
          </a:xfrm>
          <a:prstGeom prst="rect">
            <a:avLst/>
          </a:prstGeom>
        </p:spPr>
      </p:pic>
    </p:spTree>
    <p:extLst>
      <p:ext uri="{BB962C8B-B14F-4D97-AF65-F5344CB8AC3E}">
        <p14:creationId xmlns:p14="http://schemas.microsoft.com/office/powerpoint/2010/main" val="1164082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3FB33-805C-B0A1-0009-6A6A9EF4BB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34AC04-8D09-4946-FEBB-944FA6E9D5AF}"/>
              </a:ext>
            </a:extLst>
          </p:cNvPr>
          <p:cNvSpPr>
            <a:spLocks noGrp="1"/>
          </p:cNvSpPr>
          <p:nvPr>
            <p:ph type="title"/>
          </p:nvPr>
        </p:nvSpPr>
        <p:spPr>
          <a:xfrm>
            <a:off x="838200" y="365126"/>
            <a:ext cx="10515600" cy="698362"/>
          </a:xfrm>
        </p:spPr>
        <p:txBody>
          <a:bodyPr>
            <a:normAutofit fontScale="90000"/>
          </a:bodyPr>
          <a:lstStyle/>
          <a:p>
            <a:r>
              <a:rPr lang="en-US" dirty="0"/>
              <a:t>Aggregations and Wrapped</a:t>
            </a:r>
          </a:p>
        </p:txBody>
      </p:sp>
      <p:sp>
        <p:nvSpPr>
          <p:cNvPr id="3" name="Content Placeholder 2">
            <a:extLst>
              <a:ext uri="{FF2B5EF4-FFF2-40B4-BE49-F238E27FC236}">
                <a16:creationId xmlns:a16="http://schemas.microsoft.com/office/drawing/2014/main" id="{7B1E0FE2-E284-20F7-F3C5-55A6C5A9D5FD}"/>
              </a:ext>
            </a:extLst>
          </p:cNvPr>
          <p:cNvSpPr>
            <a:spLocks noGrp="1"/>
          </p:cNvSpPr>
          <p:nvPr>
            <p:ph idx="1"/>
          </p:nvPr>
        </p:nvSpPr>
        <p:spPr>
          <a:xfrm>
            <a:off x="7185991" y="1570383"/>
            <a:ext cx="4823795" cy="4596636"/>
          </a:xfrm>
        </p:spPr>
        <p:txBody>
          <a:bodyPr>
            <a:normAutofit/>
          </a:bodyPr>
          <a:lstStyle/>
          <a:p>
            <a:r>
              <a:rPr lang="en-US" dirty="0"/>
              <a:t>Aggregated data into 'Spotify Wrapped'-style story cards.</a:t>
            </a:r>
          </a:p>
          <a:p>
            <a:r>
              <a:rPr lang="en-US" dirty="0"/>
              <a:t>Created sub-bands to measure behaviors rather than just listening volume</a:t>
            </a:r>
          </a:p>
        </p:txBody>
      </p:sp>
      <p:pic>
        <p:nvPicPr>
          <p:cNvPr id="5" name="Picture 4">
            <a:extLst>
              <a:ext uri="{FF2B5EF4-FFF2-40B4-BE49-F238E27FC236}">
                <a16:creationId xmlns:a16="http://schemas.microsoft.com/office/drawing/2014/main" id="{C53C16BE-3849-1F3B-4496-B0B514F2E67F}"/>
              </a:ext>
            </a:extLst>
          </p:cNvPr>
          <p:cNvPicPr>
            <a:picLocks noChangeAspect="1"/>
          </p:cNvPicPr>
          <p:nvPr/>
        </p:nvPicPr>
        <p:blipFill>
          <a:blip r:embed="rId3"/>
          <a:stretch>
            <a:fillRect/>
          </a:stretch>
        </p:blipFill>
        <p:spPr>
          <a:xfrm>
            <a:off x="500270" y="1063488"/>
            <a:ext cx="5992061" cy="2734057"/>
          </a:xfrm>
          <a:prstGeom prst="rect">
            <a:avLst/>
          </a:prstGeom>
        </p:spPr>
      </p:pic>
      <p:pic>
        <p:nvPicPr>
          <p:cNvPr id="8" name="Picture 7">
            <a:extLst>
              <a:ext uri="{FF2B5EF4-FFF2-40B4-BE49-F238E27FC236}">
                <a16:creationId xmlns:a16="http://schemas.microsoft.com/office/drawing/2014/main" id="{DCEEB5AA-B24E-E603-E8F0-A7924070F11A}"/>
              </a:ext>
            </a:extLst>
          </p:cNvPr>
          <p:cNvPicPr>
            <a:picLocks noChangeAspect="1"/>
          </p:cNvPicPr>
          <p:nvPr/>
        </p:nvPicPr>
        <p:blipFill>
          <a:blip r:embed="rId4"/>
          <a:stretch>
            <a:fillRect/>
          </a:stretch>
        </p:blipFill>
        <p:spPr>
          <a:xfrm>
            <a:off x="500270" y="3987813"/>
            <a:ext cx="5992061" cy="2273345"/>
          </a:xfrm>
          <a:prstGeom prst="rect">
            <a:avLst/>
          </a:prstGeom>
        </p:spPr>
      </p:pic>
      <p:pic>
        <p:nvPicPr>
          <p:cNvPr id="10" name="Picture 9">
            <a:extLst>
              <a:ext uri="{FF2B5EF4-FFF2-40B4-BE49-F238E27FC236}">
                <a16:creationId xmlns:a16="http://schemas.microsoft.com/office/drawing/2014/main" id="{76CC42F6-0FB6-797F-60E1-0AD075314AB1}"/>
              </a:ext>
            </a:extLst>
          </p:cNvPr>
          <p:cNvPicPr>
            <a:picLocks noChangeAspect="1"/>
          </p:cNvPicPr>
          <p:nvPr/>
        </p:nvPicPr>
        <p:blipFill>
          <a:blip r:embed="rId5"/>
          <a:stretch>
            <a:fillRect/>
          </a:stretch>
        </p:blipFill>
        <p:spPr>
          <a:xfrm>
            <a:off x="7060126" y="4224927"/>
            <a:ext cx="4631604" cy="1508142"/>
          </a:xfrm>
          <a:prstGeom prst="rect">
            <a:avLst/>
          </a:prstGeom>
        </p:spPr>
      </p:pic>
    </p:spTree>
    <p:extLst>
      <p:ext uri="{BB962C8B-B14F-4D97-AF65-F5344CB8AC3E}">
        <p14:creationId xmlns:p14="http://schemas.microsoft.com/office/powerpoint/2010/main" val="2534202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29AC6-8080-94E1-085E-C23307AE3F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DF388A-DA81-11FF-AF5E-ABB2FD1CA55C}"/>
              </a:ext>
            </a:extLst>
          </p:cNvPr>
          <p:cNvSpPr>
            <a:spLocks noGrp="1"/>
          </p:cNvSpPr>
          <p:nvPr>
            <p:ph type="title"/>
          </p:nvPr>
        </p:nvSpPr>
        <p:spPr>
          <a:xfrm>
            <a:off x="838200" y="365126"/>
            <a:ext cx="10515600" cy="698362"/>
          </a:xfrm>
        </p:spPr>
        <p:txBody>
          <a:bodyPr>
            <a:normAutofit fontScale="90000"/>
          </a:bodyPr>
          <a:lstStyle/>
          <a:p>
            <a:r>
              <a:rPr lang="en-US" dirty="0"/>
              <a:t>Aggregations and Wrapped</a:t>
            </a:r>
          </a:p>
        </p:txBody>
      </p:sp>
      <p:sp>
        <p:nvSpPr>
          <p:cNvPr id="3" name="Content Placeholder 2">
            <a:extLst>
              <a:ext uri="{FF2B5EF4-FFF2-40B4-BE49-F238E27FC236}">
                <a16:creationId xmlns:a16="http://schemas.microsoft.com/office/drawing/2014/main" id="{13881E5B-EFEE-7C38-8F0C-2A2BB4DE1C55}"/>
              </a:ext>
            </a:extLst>
          </p:cNvPr>
          <p:cNvSpPr>
            <a:spLocks noGrp="1"/>
          </p:cNvSpPr>
          <p:nvPr>
            <p:ph idx="1"/>
          </p:nvPr>
        </p:nvSpPr>
        <p:spPr>
          <a:xfrm>
            <a:off x="599660" y="1063488"/>
            <a:ext cx="10992679" cy="5103531"/>
          </a:xfrm>
        </p:spPr>
        <p:txBody>
          <a:bodyPr>
            <a:normAutofit lnSpcReduction="10000"/>
          </a:bodyPr>
          <a:lstStyle/>
          <a:p>
            <a:pPr marL="0" indent="0">
              <a:buNone/>
            </a:pPr>
            <a:r>
              <a:rPr lang="en-US" dirty="0"/>
              <a:t>Emotional Dimensions</a:t>
            </a:r>
          </a:p>
          <a:p>
            <a:r>
              <a:rPr lang="en-US" b="1" dirty="0"/>
              <a:t>Heavy Share (</a:t>
            </a:r>
            <a:r>
              <a:rPr lang="en-US" b="1" dirty="0" err="1"/>
              <a:t>heavy_share</a:t>
            </a:r>
            <a:r>
              <a:rPr lang="en-US" b="1" dirty="0"/>
              <a:t>):</a:t>
            </a:r>
            <a:r>
              <a:rPr lang="en-US" dirty="0"/>
              <a:t> The proportion of listening allocated to sad, fearful, or low-valence music. Captures Affective Processing, deliberate behavioral choice to engage with complex, difficult feelings for introspection.</a:t>
            </a:r>
          </a:p>
          <a:p>
            <a:r>
              <a:rPr lang="en-US" b="1" dirty="0"/>
              <a:t>Upbeat Share (</a:t>
            </a:r>
            <a:r>
              <a:rPr lang="en-US" b="1" dirty="0" err="1"/>
              <a:t>upbeat_share</a:t>
            </a:r>
            <a:r>
              <a:rPr lang="en-US" b="1" dirty="0"/>
              <a:t>):</a:t>
            </a:r>
            <a:r>
              <a:rPr lang="en-US" dirty="0"/>
              <a:t> The proportion of listening allocated to joyful or high-arousal music. Indicates Mood Repair (mood-lifting or resetting).</a:t>
            </a:r>
          </a:p>
          <a:p>
            <a:r>
              <a:rPr lang="en-US" b="1" dirty="0"/>
              <a:t>Emotional Diversity:</a:t>
            </a:r>
            <a:r>
              <a:rPr lang="en-US" dirty="0"/>
              <a:t> Count of distinct emotion categories used. Indicates flexibility in coping strategies.</a:t>
            </a:r>
          </a:p>
          <a:p>
            <a:r>
              <a:rPr lang="en-US" b="1" dirty="0"/>
              <a:t>Intentionality Score:</a:t>
            </a:r>
            <a:r>
              <a:rPr lang="en-US" dirty="0"/>
              <a:t> High repeat count + low playlist reliance. Indicates Regulatory Agency (deliberate, active selection).</a:t>
            </a:r>
          </a:p>
        </p:txBody>
      </p:sp>
    </p:spTree>
    <p:extLst>
      <p:ext uri="{BB962C8B-B14F-4D97-AF65-F5344CB8AC3E}">
        <p14:creationId xmlns:p14="http://schemas.microsoft.com/office/powerpoint/2010/main" val="2636984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FDCE4-5B3D-D5B1-B035-E0D5E96F06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5AF765-3A72-2B62-6616-6ADA0903783E}"/>
              </a:ext>
            </a:extLst>
          </p:cNvPr>
          <p:cNvSpPr>
            <a:spLocks noGrp="1"/>
          </p:cNvSpPr>
          <p:nvPr>
            <p:ph type="title"/>
          </p:nvPr>
        </p:nvSpPr>
        <p:spPr>
          <a:xfrm>
            <a:off x="838200" y="365126"/>
            <a:ext cx="10515600" cy="698362"/>
          </a:xfrm>
        </p:spPr>
        <p:txBody>
          <a:bodyPr>
            <a:normAutofit fontScale="90000"/>
          </a:bodyPr>
          <a:lstStyle/>
          <a:p>
            <a:r>
              <a:rPr lang="en-US" dirty="0"/>
              <a:t>Aggregations and Wrapped</a:t>
            </a:r>
          </a:p>
        </p:txBody>
      </p:sp>
      <p:sp>
        <p:nvSpPr>
          <p:cNvPr id="3" name="Content Placeholder 2">
            <a:extLst>
              <a:ext uri="{FF2B5EF4-FFF2-40B4-BE49-F238E27FC236}">
                <a16:creationId xmlns:a16="http://schemas.microsoft.com/office/drawing/2014/main" id="{8C0F4CC4-09D8-C8E3-A135-A852DF8AF16A}"/>
              </a:ext>
            </a:extLst>
          </p:cNvPr>
          <p:cNvSpPr>
            <a:spLocks noGrp="1"/>
          </p:cNvSpPr>
          <p:nvPr>
            <p:ph idx="1"/>
          </p:nvPr>
        </p:nvSpPr>
        <p:spPr>
          <a:xfrm>
            <a:off x="599660" y="1063488"/>
            <a:ext cx="10992679" cy="5103531"/>
          </a:xfrm>
        </p:spPr>
        <p:txBody>
          <a:bodyPr>
            <a:normAutofit/>
          </a:bodyPr>
          <a:lstStyle/>
          <a:p>
            <a:pPr marL="0" indent="0">
              <a:buNone/>
            </a:pPr>
            <a:r>
              <a:rPr lang="en-US" dirty="0"/>
              <a:t>Behavioral Complexity</a:t>
            </a:r>
          </a:p>
          <a:p>
            <a:r>
              <a:rPr lang="en-US" b="1" dirty="0"/>
              <a:t>Emotional Diversity:</a:t>
            </a:r>
            <a:r>
              <a:rPr lang="en-US" dirty="0"/>
              <a:t>  Count of distinct emotional categories within a user's dataset. </a:t>
            </a:r>
          </a:p>
          <a:p>
            <a:r>
              <a:rPr lang="en-US" b="1" dirty="0"/>
              <a:t>Emotion Entropy (_exp):</a:t>
            </a:r>
            <a:r>
              <a:rPr lang="en-US" dirty="0"/>
              <a:t> A Shannon Entropy score measuring the mathematical spread across all accessed emotional states. Quantifying how fluidly a user transitions between moods.</a:t>
            </a:r>
          </a:p>
          <a:p>
            <a:r>
              <a:rPr lang="en-US" b="1" dirty="0"/>
              <a:t>Daypart Concentration (_tail):</a:t>
            </a:r>
            <a:r>
              <a:rPr lang="en-US" dirty="0"/>
              <a:t> A Herfindahl-Hirschman Index (HHI) score measuring the dominance of specific times of day. Detecting if music is heavily deployed to manage or survive specific daily routines (e.g., late-night study blocks).</a:t>
            </a:r>
          </a:p>
        </p:txBody>
      </p:sp>
    </p:spTree>
    <p:extLst>
      <p:ext uri="{BB962C8B-B14F-4D97-AF65-F5344CB8AC3E}">
        <p14:creationId xmlns:p14="http://schemas.microsoft.com/office/powerpoint/2010/main" val="1729866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4CCB6-537C-41D7-E5E7-50C66BE4F1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E05806-FF15-78A4-AB03-F44214CF0878}"/>
              </a:ext>
            </a:extLst>
          </p:cNvPr>
          <p:cNvSpPr>
            <a:spLocks noGrp="1"/>
          </p:cNvSpPr>
          <p:nvPr>
            <p:ph type="title"/>
          </p:nvPr>
        </p:nvSpPr>
        <p:spPr>
          <a:xfrm>
            <a:off x="838200" y="365126"/>
            <a:ext cx="10515600" cy="698362"/>
          </a:xfrm>
        </p:spPr>
        <p:txBody>
          <a:bodyPr>
            <a:normAutofit fontScale="90000"/>
          </a:bodyPr>
          <a:lstStyle/>
          <a:p>
            <a:r>
              <a:rPr lang="en-US" dirty="0"/>
              <a:t>Aggregations and Wrapped</a:t>
            </a:r>
          </a:p>
        </p:txBody>
      </p:sp>
      <p:sp>
        <p:nvSpPr>
          <p:cNvPr id="3" name="Content Placeholder 2">
            <a:extLst>
              <a:ext uri="{FF2B5EF4-FFF2-40B4-BE49-F238E27FC236}">
                <a16:creationId xmlns:a16="http://schemas.microsoft.com/office/drawing/2014/main" id="{35A8F694-5531-7F29-8FAB-11E59F563EB0}"/>
              </a:ext>
            </a:extLst>
          </p:cNvPr>
          <p:cNvSpPr>
            <a:spLocks noGrp="1"/>
          </p:cNvSpPr>
          <p:nvPr>
            <p:ph idx="1"/>
          </p:nvPr>
        </p:nvSpPr>
        <p:spPr>
          <a:xfrm>
            <a:off x="599660" y="1063488"/>
            <a:ext cx="10992679" cy="5103531"/>
          </a:xfrm>
        </p:spPr>
        <p:txBody>
          <a:bodyPr>
            <a:normAutofit/>
          </a:bodyPr>
          <a:lstStyle/>
          <a:p>
            <a:pPr marL="0" indent="0">
              <a:buNone/>
            </a:pPr>
            <a:r>
              <a:rPr lang="en-US" dirty="0"/>
              <a:t>Stress and Stability</a:t>
            </a:r>
          </a:p>
          <a:p>
            <a:r>
              <a:rPr lang="en-US" b="1" dirty="0"/>
              <a:t>Exam Tail Ratio:</a:t>
            </a:r>
            <a:r>
              <a:rPr lang="en-US" dirty="0"/>
              <a:t> The proportional surge in listening minutes during academic exam months versus non-exam baselines. Captures High-Pressure Coping on auditory regulation during acute academic stress windows.</a:t>
            </a:r>
          </a:p>
          <a:p>
            <a:r>
              <a:rPr lang="en-US" b="1" dirty="0"/>
              <a:t>Anchor Exposure:</a:t>
            </a:r>
            <a:r>
              <a:rPr lang="en-US" dirty="0"/>
              <a:t> The percentage of a student's total listening footprint occupied by their single most-played track. Captures the degree to which a student relies on a singular, highly familiar track to self-soothe or establish a predictable baseline..</a:t>
            </a:r>
          </a:p>
          <a:p>
            <a:r>
              <a:rPr lang="en-US" b="1" dirty="0"/>
              <a:t>Match Coverage:</a:t>
            </a:r>
            <a:r>
              <a:rPr lang="en-US" dirty="0"/>
              <a:t> The percentage of total listening history that successfully maps to our emotional reference database. Acting as our Methodological Validity.</a:t>
            </a:r>
          </a:p>
        </p:txBody>
      </p:sp>
    </p:spTree>
    <p:extLst>
      <p:ext uri="{BB962C8B-B14F-4D97-AF65-F5344CB8AC3E}">
        <p14:creationId xmlns:p14="http://schemas.microsoft.com/office/powerpoint/2010/main" val="31991005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A5C7E-2E48-6BDF-3D28-76C89A2429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1F7B0-A22B-F587-B15F-83A5510BB0A7}"/>
              </a:ext>
            </a:extLst>
          </p:cNvPr>
          <p:cNvSpPr>
            <a:spLocks noGrp="1"/>
          </p:cNvSpPr>
          <p:nvPr>
            <p:ph type="title"/>
          </p:nvPr>
        </p:nvSpPr>
        <p:spPr>
          <a:xfrm>
            <a:off x="838200" y="365126"/>
            <a:ext cx="10515600" cy="698362"/>
          </a:xfrm>
        </p:spPr>
        <p:txBody>
          <a:bodyPr>
            <a:normAutofit fontScale="90000"/>
          </a:bodyPr>
          <a:lstStyle/>
          <a:p>
            <a:r>
              <a:rPr lang="en-US" dirty="0"/>
              <a:t>Aggregations and Wrapped</a:t>
            </a:r>
          </a:p>
        </p:txBody>
      </p:sp>
      <p:sp>
        <p:nvSpPr>
          <p:cNvPr id="3" name="Content Placeholder 2">
            <a:extLst>
              <a:ext uri="{FF2B5EF4-FFF2-40B4-BE49-F238E27FC236}">
                <a16:creationId xmlns:a16="http://schemas.microsoft.com/office/drawing/2014/main" id="{EC6F273B-4778-6DAC-7328-AC1E002DDB76}"/>
              </a:ext>
            </a:extLst>
          </p:cNvPr>
          <p:cNvSpPr>
            <a:spLocks noGrp="1"/>
          </p:cNvSpPr>
          <p:nvPr>
            <p:ph idx="1"/>
          </p:nvPr>
        </p:nvSpPr>
        <p:spPr>
          <a:xfrm>
            <a:off x="7027334" y="1063488"/>
            <a:ext cx="4565006" cy="5103531"/>
          </a:xfrm>
        </p:spPr>
        <p:txBody>
          <a:bodyPr>
            <a:normAutofit/>
          </a:bodyPr>
          <a:lstStyle/>
          <a:p>
            <a:pPr marL="0" indent="0">
              <a:buNone/>
            </a:pPr>
            <a:r>
              <a:rPr lang="en-US" dirty="0"/>
              <a:t>The Danger of Thin Data</a:t>
            </a:r>
          </a:p>
          <a:p>
            <a:r>
              <a:rPr lang="en-US" dirty="0"/>
              <a:t>High percentages do not always mean high confidence.</a:t>
            </a:r>
          </a:p>
          <a:p>
            <a:r>
              <a:rPr lang="en-US" i="1" dirty="0"/>
              <a:t>The Sparsity Problem:</a:t>
            </a:r>
            <a:r>
              <a:rPr lang="en-US" dirty="0"/>
              <a:t> 8 minutes of "Sad" music out of 10 total matched minutes = 80% Sadness.</a:t>
            </a:r>
          </a:p>
          <a:p>
            <a:r>
              <a:rPr lang="en-US" dirty="0"/>
              <a:t>Risk: False-positive psychological labeling based on insufficient exposure.</a:t>
            </a:r>
          </a:p>
        </p:txBody>
      </p:sp>
      <p:pic>
        <p:nvPicPr>
          <p:cNvPr id="5" name="Picture 4">
            <a:extLst>
              <a:ext uri="{FF2B5EF4-FFF2-40B4-BE49-F238E27FC236}">
                <a16:creationId xmlns:a16="http://schemas.microsoft.com/office/drawing/2014/main" id="{27ACBD8B-A101-F3B1-BB36-3FFD0F3499E7}"/>
              </a:ext>
            </a:extLst>
          </p:cNvPr>
          <p:cNvPicPr>
            <a:picLocks noChangeAspect="1"/>
          </p:cNvPicPr>
          <p:nvPr/>
        </p:nvPicPr>
        <p:blipFill>
          <a:blip r:embed="rId3"/>
          <a:stretch>
            <a:fillRect/>
          </a:stretch>
        </p:blipFill>
        <p:spPr>
          <a:xfrm>
            <a:off x="0" y="1505047"/>
            <a:ext cx="6858000" cy="3847905"/>
          </a:xfrm>
          <a:prstGeom prst="rect">
            <a:avLst/>
          </a:prstGeom>
        </p:spPr>
      </p:pic>
    </p:spTree>
    <p:extLst>
      <p:ext uri="{BB962C8B-B14F-4D97-AF65-F5344CB8AC3E}">
        <p14:creationId xmlns:p14="http://schemas.microsoft.com/office/powerpoint/2010/main" val="76849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021C3-91A0-2F16-38EA-FA4EC0F78F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00A874-A397-97C1-1A2C-548493F20B99}"/>
              </a:ext>
            </a:extLst>
          </p:cNvPr>
          <p:cNvSpPr>
            <a:spLocks noGrp="1"/>
          </p:cNvSpPr>
          <p:nvPr>
            <p:ph type="title"/>
          </p:nvPr>
        </p:nvSpPr>
        <p:spPr>
          <a:xfrm>
            <a:off x="838200" y="365126"/>
            <a:ext cx="10515600" cy="698362"/>
          </a:xfrm>
        </p:spPr>
        <p:txBody>
          <a:bodyPr>
            <a:normAutofit fontScale="90000"/>
          </a:bodyPr>
          <a:lstStyle/>
          <a:p>
            <a:r>
              <a:rPr lang="en-US" dirty="0"/>
              <a:t>Aggregations and Wrapped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79E74F5-6BC6-508F-814C-D9763C11CB1E}"/>
                  </a:ext>
                </a:extLst>
              </p:cNvPr>
              <p:cNvSpPr>
                <a:spLocks noGrp="1"/>
              </p:cNvSpPr>
              <p:nvPr>
                <p:ph idx="1"/>
              </p:nvPr>
            </p:nvSpPr>
            <p:spPr>
              <a:xfrm>
                <a:off x="391886" y="1524000"/>
                <a:ext cx="11702143" cy="4643019"/>
              </a:xfrm>
            </p:spPr>
            <p:txBody>
              <a:bodyPr>
                <a:normAutofit fontScale="92500" lnSpcReduction="10000"/>
              </a:bodyPr>
              <a:lstStyle/>
              <a:p>
                <a:pPr marL="0" indent="0">
                  <a:buNone/>
                </a:pPr>
                <a:r>
                  <a:rPr lang="en-US" dirty="0"/>
                  <a:t>The Actuarial Pivot</a:t>
                </a:r>
              </a:p>
              <a:p>
                <a:r>
                  <a:rPr lang="en-US" dirty="0"/>
                  <a:t>Problem: Extreme variance in small sample sizes.</a:t>
                </a:r>
              </a:p>
              <a:p>
                <a:r>
                  <a:rPr lang="en-US" dirty="0"/>
                  <a:t>Solution: Bühlmann Credibility Theory,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𝜇</m:t>
                        </m:r>
                      </m:e>
                    </m:acc>
                    <m:r>
                      <a:rPr lang="en-US">
                        <a:latin typeface="Cambria Math" panose="02040503050406030204" pitchFamily="18" charset="0"/>
                      </a:rPr>
                      <m:t>=</m:t>
                    </m:r>
                    <m:r>
                      <a:rPr lang="en-US" i="1">
                        <a:latin typeface="Cambria Math" panose="02040503050406030204" pitchFamily="18" charset="0"/>
                      </a:rPr>
                      <m:t>𝑍</m:t>
                    </m:r>
                    <m:acc>
                      <m:accPr>
                        <m:chr m:val="̅"/>
                        <m:ctrlPr>
                          <a:rPr lang="en-US" i="1" smtClean="0">
                            <a:latin typeface="Cambria Math" panose="02040503050406030204" pitchFamily="18" charset="0"/>
                          </a:rPr>
                        </m:ctrlPr>
                      </m:accPr>
                      <m:e>
                        <m:r>
                          <a:rPr lang="en-US" b="0" i="0" smtClean="0">
                            <a:latin typeface="Cambria Math" panose="02040503050406030204" pitchFamily="18" charset="0"/>
                          </a:rPr>
                          <m:t> </m:t>
                        </m:r>
                        <m:r>
                          <m:rPr>
                            <m:sty m:val="p"/>
                          </m:rPr>
                          <a:rPr lang="en-US">
                            <a:latin typeface="Cambria Math" panose="02040503050406030204" pitchFamily="18" charset="0"/>
                          </a:rPr>
                          <m:t>X</m:t>
                        </m:r>
                      </m:e>
                    </m:acc>
                    <m:r>
                      <a:rPr lang="en-US">
                        <a:latin typeface="Cambria Math" panose="02040503050406030204" pitchFamily="18" charset="0"/>
                      </a:rPr>
                      <m:t>+</m:t>
                    </m:r>
                    <m:d>
                      <m:dPr>
                        <m:ctrlPr>
                          <a:rPr lang="en-US" i="1">
                            <a:latin typeface="Cambria Math" panose="02040503050406030204" pitchFamily="18" charset="0"/>
                          </a:rPr>
                        </m:ctrlPr>
                      </m:dPr>
                      <m:e>
                        <m:r>
                          <a:rPr lang="en-US">
                            <a:latin typeface="Cambria Math" panose="02040503050406030204" pitchFamily="18" charset="0"/>
                          </a:rPr>
                          <m:t>1−</m:t>
                        </m:r>
                        <m:r>
                          <a:rPr lang="en-US" i="1">
                            <a:latin typeface="Cambria Math" panose="02040503050406030204" pitchFamily="18" charset="0"/>
                          </a:rPr>
                          <m:t>𝑍</m:t>
                        </m:r>
                      </m:e>
                    </m:d>
                    <m:r>
                      <a:rPr lang="en-US" i="1">
                        <a:latin typeface="Cambria Math" panose="02040503050406030204" pitchFamily="18" charset="0"/>
                      </a:rPr>
                      <m:t>𝜇</m:t>
                    </m:r>
                  </m:oMath>
                </a14:m>
                <a:r>
                  <a:rPr lang="en-US" dirty="0"/>
                  <a:t>.</a:t>
                </a:r>
              </a:p>
              <a:p>
                <a:r>
                  <a:rPr lang="en-US" dirty="0"/>
                  <a:t>Concept: Blend individual observations with the cohort average based on the volume of evidence (exposure).</a:t>
                </a:r>
              </a:p>
              <a:p>
                <a:r>
                  <a:rPr lang="en-US" dirty="0"/>
                  <a:t>a dual-layer schema for every metric:</a:t>
                </a:r>
              </a:p>
              <a:p>
                <a:pPr marL="0" indent="0">
                  <a:buNone/>
                </a:pPr>
                <a:r>
                  <a:rPr lang="en-US" b="1" dirty="0"/>
                  <a:t>_raw (Observation):</a:t>
                </a:r>
                <a:r>
                  <a:rPr lang="en-US" dirty="0"/>
                  <a:t> Direct behavioral measurement (e.g., </a:t>
                </a:r>
                <a:r>
                  <a:rPr lang="en-US" dirty="0" err="1"/>
                  <a:t>heavy_share_raw</a:t>
                </a:r>
                <a:r>
                  <a:rPr lang="en-US" dirty="0"/>
                  <a:t>).</a:t>
                </a:r>
              </a:p>
              <a:p>
                <a:pPr marL="0" indent="0">
                  <a:buNone/>
                </a:pPr>
                <a:r>
                  <a:rPr lang="en-US" b="1" dirty="0"/>
                  <a:t>_cred (Actuarial):</a:t>
                </a:r>
                <a:r>
                  <a:rPr lang="en-US" dirty="0"/>
                  <a:t> Credibility-adjusted companion (e.g., </a:t>
                </a:r>
                <a:r>
                  <a:rPr lang="en-US" dirty="0" err="1"/>
                  <a:t>heavy_share_cred</a:t>
                </a:r>
                <a:r>
                  <a:rPr lang="en-US" dirty="0"/>
                  <a:t>).</a:t>
                </a:r>
              </a:p>
              <a:p>
                <a:pPr marL="0" indent="0">
                  <a:buNone/>
                </a:pPr>
                <a:r>
                  <a:rPr lang="en-US" b="1" dirty="0"/>
                  <a:t>_conf (Weight):</a:t>
                </a:r>
                <a:r>
                  <a:rPr lang="en-US" dirty="0"/>
                  <a:t> Confidence score (e.g., </a:t>
                </a:r>
                <a:r>
                  <a:rPr lang="en-US" dirty="0" err="1"/>
                  <a:t>coverage_cred_conf</a:t>
                </a:r>
                <a:r>
                  <a:rPr lang="en-US" dirty="0"/>
                  <a:t> = </a:t>
                </a:r>
                <a14:m>
                  <m:oMath xmlns:m="http://schemas.openxmlformats.org/officeDocument/2006/math">
                    <m:sSub>
                      <m:sSubPr>
                        <m:ctrlPr>
                          <a:rPr lang="en-US" i="1" dirty="0" err="1">
                            <a:latin typeface="Cambria Math" panose="02040503050406030204" pitchFamily="18" charset="0"/>
                          </a:rPr>
                        </m:ctrlPr>
                      </m:sSubPr>
                      <m:e>
                        <m:r>
                          <a:rPr lang="en-US" i="1" dirty="0" smtClean="0">
                            <a:latin typeface="Cambria Math" panose="02040503050406030204" pitchFamily="18" charset="0"/>
                          </a:rPr>
                          <m:t>𝑍</m:t>
                        </m:r>
                      </m:e>
                      <m:sub>
                        <m:r>
                          <a:rPr lang="en-US" i="1" dirty="0" err="1" smtClean="0">
                            <a:latin typeface="Cambria Math" panose="02040503050406030204" pitchFamily="18" charset="0"/>
                          </a:rPr>
                          <m:t>𝑢</m:t>
                        </m:r>
                      </m:sub>
                    </m:sSub>
                  </m:oMath>
                </a14:m>
                <a:r>
                  <a:rPr lang="en-US" dirty="0"/>
                  <a:t>).</a:t>
                </a:r>
              </a:p>
              <a:p>
                <a:pPr marL="0" indent="0">
                  <a:buNone/>
                </a:pPr>
                <a:r>
                  <a:rPr lang="en-US" b="1" dirty="0"/>
                  <a:t>_tail &amp; _exp (Dispersion):</a:t>
                </a:r>
                <a:r>
                  <a:rPr lang="en-US" dirty="0"/>
                  <a:t> Concentration and entropy.</a:t>
                </a:r>
              </a:p>
              <a:p>
                <a:endParaRPr lang="en-US" dirty="0"/>
              </a:p>
              <a:p>
                <a:endParaRPr lang="en-US" dirty="0"/>
              </a:p>
              <a:p>
                <a:endParaRPr lang="en-US" dirty="0"/>
              </a:p>
            </p:txBody>
          </p:sp>
        </mc:Choice>
        <mc:Fallback>
          <p:sp>
            <p:nvSpPr>
              <p:cNvPr id="3" name="Content Placeholder 2">
                <a:extLst>
                  <a:ext uri="{FF2B5EF4-FFF2-40B4-BE49-F238E27FC236}">
                    <a16:creationId xmlns:a16="http://schemas.microsoft.com/office/drawing/2014/main" id="{379E74F5-6BC6-508F-814C-D9763C11CB1E}"/>
                  </a:ext>
                </a:extLst>
              </p:cNvPr>
              <p:cNvSpPr>
                <a:spLocks noGrp="1" noRot="1" noChangeAspect="1" noMove="1" noResize="1" noEditPoints="1" noAdjustHandles="1" noChangeArrowheads="1" noChangeShapeType="1" noTextEdit="1"/>
              </p:cNvSpPr>
              <p:nvPr>
                <p:ph idx="1"/>
              </p:nvPr>
            </p:nvSpPr>
            <p:spPr>
              <a:xfrm>
                <a:off x="391886" y="1524000"/>
                <a:ext cx="11702143" cy="4643019"/>
              </a:xfrm>
              <a:blipFill>
                <a:blip r:embed="rId3"/>
                <a:stretch>
                  <a:fillRect l="-938" t="-2625"/>
                </a:stretch>
              </a:blipFill>
            </p:spPr>
            <p:txBody>
              <a:bodyPr/>
              <a:lstStyle/>
              <a:p>
                <a:r>
                  <a:rPr lang="en-US">
                    <a:noFill/>
                  </a:rPr>
                  <a:t> </a:t>
                </a:r>
              </a:p>
            </p:txBody>
          </p:sp>
        </mc:Fallback>
      </mc:AlternateContent>
    </p:spTree>
    <p:extLst>
      <p:ext uri="{BB962C8B-B14F-4D97-AF65-F5344CB8AC3E}">
        <p14:creationId xmlns:p14="http://schemas.microsoft.com/office/powerpoint/2010/main" val="1871562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33584-0E7D-5E72-742D-D342C2D4F2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2F6B08-7927-DB6C-949E-1FD9FEC40F2C}"/>
              </a:ext>
            </a:extLst>
          </p:cNvPr>
          <p:cNvSpPr>
            <a:spLocks noGrp="1"/>
          </p:cNvSpPr>
          <p:nvPr>
            <p:ph type="title"/>
          </p:nvPr>
        </p:nvSpPr>
        <p:spPr>
          <a:xfrm>
            <a:off x="838200" y="365126"/>
            <a:ext cx="10515600" cy="698362"/>
          </a:xfrm>
        </p:spPr>
        <p:txBody>
          <a:bodyPr>
            <a:normAutofit fontScale="90000"/>
          </a:bodyPr>
          <a:lstStyle/>
          <a:p>
            <a:r>
              <a:rPr lang="en-US" dirty="0"/>
              <a:t>Aggregations and Wrapped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ABDA63F-AE6A-8F09-DA17-36B426DB2DB5}"/>
                  </a:ext>
                </a:extLst>
              </p:cNvPr>
              <p:cNvSpPr>
                <a:spLocks noGrp="1"/>
              </p:cNvSpPr>
              <p:nvPr>
                <p:ph idx="1"/>
              </p:nvPr>
            </p:nvSpPr>
            <p:spPr>
              <a:xfrm>
                <a:off x="391886" y="1524000"/>
                <a:ext cx="11702143" cy="4643019"/>
              </a:xfrm>
            </p:spPr>
            <p:txBody>
              <a:bodyPr>
                <a:normAutofit/>
              </a:bodyPr>
              <a:lstStyle/>
              <a:p>
                <a:pPr marL="0" indent="0">
                  <a:buNone/>
                </a:pPr>
                <a:r>
                  <a:rPr lang="en-US" dirty="0"/>
                  <a:t>The Actuarial Pivot</a:t>
                </a:r>
              </a:p>
              <a:p>
                <a14:m>
                  <m:oMath xmlns:m="http://schemas.openxmlformats.org/officeDocument/2006/math">
                    <m:r>
                      <a:rPr lang="en-US" i="1" dirty="0">
                        <a:latin typeface="Cambria Math" panose="02040503050406030204" pitchFamily="18" charset="0"/>
                      </a:rPr>
                      <m:t>𝐴𝑑𝑗𝑢𝑠𝑡𝑒𝑑</m:t>
                    </m:r>
                    <m:r>
                      <a:rPr lang="en-US" i="1" dirty="0">
                        <a:latin typeface="Cambria Math" panose="02040503050406030204" pitchFamily="18" charset="0"/>
                      </a:rPr>
                      <m:t> </m:t>
                    </m:r>
                    <m:r>
                      <a:rPr lang="en-US" i="1" dirty="0">
                        <a:latin typeface="Cambria Math" panose="02040503050406030204" pitchFamily="18" charset="0"/>
                      </a:rPr>
                      <m:t>𝑀𝑒𝑡𝑟𝑖𝑐</m:t>
                    </m:r>
                    <m:r>
                      <a:rPr lang="en-US" i="1" dirty="0">
                        <a:latin typeface="Cambria Math" panose="02040503050406030204" pitchFamily="18" charset="0"/>
                      </a:rPr>
                      <m:t> = </m:t>
                    </m:r>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err="1">
                                <a:latin typeface="Cambria Math" panose="02040503050406030204" pitchFamily="18" charset="0"/>
                              </a:rPr>
                              <m:t>𝑍</m:t>
                            </m:r>
                          </m:e>
                          <m:sub>
                            <m:r>
                              <a:rPr lang="en-US" i="1" dirty="0">
                                <a:latin typeface="Cambria Math" panose="02040503050406030204" pitchFamily="18" charset="0"/>
                              </a:rPr>
                              <m:t>𝑢</m:t>
                            </m:r>
                          </m:sub>
                        </m:sSub>
                        <m:r>
                          <a:rPr lang="en-US" i="1" dirty="0">
                            <a:latin typeface="Cambria Math" panose="02040503050406030204" pitchFamily="18" charset="0"/>
                          </a:rPr>
                          <m:t>×</m:t>
                        </m:r>
                        <m:r>
                          <a:rPr lang="en-US" i="1" dirty="0">
                            <a:latin typeface="Cambria Math" panose="02040503050406030204" pitchFamily="18" charset="0"/>
                          </a:rPr>
                          <m:t> </m:t>
                        </m:r>
                        <m:r>
                          <a:rPr lang="en-US" i="1" dirty="0">
                            <a:latin typeface="Cambria Math" panose="02040503050406030204" pitchFamily="18" charset="0"/>
                          </a:rPr>
                          <m:t>𝑅𝑎𝑤</m:t>
                        </m:r>
                        <m:r>
                          <a:rPr lang="en-US" i="1" dirty="0">
                            <a:latin typeface="Cambria Math" panose="02040503050406030204" pitchFamily="18" charset="0"/>
                          </a:rPr>
                          <m:t> </m:t>
                        </m:r>
                        <m:r>
                          <a:rPr lang="en-US" i="1" dirty="0">
                            <a:latin typeface="Cambria Math" panose="02040503050406030204" pitchFamily="18" charset="0"/>
                          </a:rPr>
                          <m:t>𝑀𝑒𝑡𝑟𝑖𝑐</m:t>
                        </m:r>
                      </m:e>
                    </m:d>
                    <m:r>
                      <a:rPr lang="en-US" i="1" dirty="0">
                        <a:latin typeface="Cambria Math" panose="02040503050406030204" pitchFamily="18" charset="0"/>
                      </a:rPr>
                      <m:t>+ </m:t>
                    </m:r>
                    <m:d>
                      <m:dPr>
                        <m:ctrlPr>
                          <a:rPr lang="en-US" i="1" dirty="0">
                            <a:latin typeface="Cambria Math" panose="02040503050406030204" pitchFamily="18" charset="0"/>
                          </a:rPr>
                        </m:ctrlPr>
                      </m:dPr>
                      <m:e>
                        <m:r>
                          <a:rPr lang="en-US" i="1" dirty="0">
                            <a:latin typeface="Cambria Math" panose="02040503050406030204" pitchFamily="18" charset="0"/>
                          </a:rPr>
                          <m:t>1 − </m:t>
                        </m:r>
                        <m:sSub>
                          <m:sSubPr>
                            <m:ctrlPr>
                              <a:rPr lang="en-US" i="1" dirty="0">
                                <a:latin typeface="Cambria Math" panose="02040503050406030204" pitchFamily="18" charset="0"/>
                              </a:rPr>
                            </m:ctrlPr>
                          </m:sSubPr>
                          <m:e>
                            <m:r>
                              <a:rPr lang="en-US" i="1" dirty="0" err="1">
                                <a:latin typeface="Cambria Math" panose="02040503050406030204" pitchFamily="18" charset="0"/>
                              </a:rPr>
                              <m:t>𝑍</m:t>
                            </m:r>
                          </m:e>
                          <m:sub>
                            <m:r>
                              <a:rPr lang="en-US" i="1" dirty="0" err="1">
                                <a:latin typeface="Cambria Math" panose="02040503050406030204" pitchFamily="18" charset="0"/>
                              </a:rPr>
                              <m:t>𝑢</m:t>
                            </m:r>
                          </m:sub>
                        </m:sSub>
                      </m:e>
                    </m:d>
                    <m:r>
                      <a:rPr lang="en-US" i="1" dirty="0">
                        <a:latin typeface="Cambria Math" panose="02040503050406030204" pitchFamily="18" charset="0"/>
                      </a:rPr>
                      <m:t>×</m:t>
                    </m:r>
                    <m:r>
                      <a:rPr lang="en-US" i="1" dirty="0">
                        <a:latin typeface="Cambria Math" panose="02040503050406030204" pitchFamily="18" charset="0"/>
                      </a:rPr>
                      <m:t> </m:t>
                    </m:r>
                    <m:r>
                      <a:rPr lang="en-US" i="1" dirty="0">
                        <a:latin typeface="Cambria Math" panose="02040503050406030204" pitchFamily="18" charset="0"/>
                      </a:rPr>
                      <m:t>𝐶𝑜h𝑜𝑟𝑡</m:t>
                    </m:r>
                    <m:r>
                      <a:rPr lang="en-US" i="1" dirty="0">
                        <a:latin typeface="Cambria Math" panose="02040503050406030204" pitchFamily="18" charset="0"/>
                      </a:rPr>
                      <m:t> </m:t>
                    </m:r>
                    <m:r>
                      <a:rPr lang="en-US" i="1" dirty="0">
                        <a:latin typeface="Cambria Math" panose="02040503050406030204" pitchFamily="18" charset="0"/>
                      </a:rPr>
                      <m:t>𝐴𝑣𝑒𝑟𝑎𝑔𝑒</m:t>
                    </m:r>
                  </m:oMath>
                </a14:m>
                <a:endParaRPr lang="en-US" dirty="0"/>
              </a:p>
              <a:p>
                <a14:m>
                  <m:oMath xmlns:m="http://schemas.openxmlformats.org/officeDocument/2006/math">
                    <m:sSub>
                      <m:sSubPr>
                        <m:ctrlPr>
                          <a:rPr lang="en-US" i="1" dirty="0">
                            <a:latin typeface="Cambria Math" panose="02040503050406030204" pitchFamily="18" charset="0"/>
                          </a:rPr>
                        </m:ctrlPr>
                      </m:sSubPr>
                      <m:e>
                        <m:r>
                          <a:rPr lang="en-US" i="1" dirty="0" err="1">
                            <a:latin typeface="Cambria Math" panose="02040503050406030204" pitchFamily="18" charset="0"/>
                          </a:rPr>
                          <m:t>𝑍</m:t>
                        </m:r>
                      </m:e>
                      <m:sub>
                        <m:r>
                          <a:rPr lang="en-US" i="1" dirty="0">
                            <a:latin typeface="Cambria Math" panose="02040503050406030204" pitchFamily="18" charset="0"/>
                          </a:rPr>
                          <m:t>𝑢</m:t>
                        </m:r>
                      </m:sub>
                    </m:sSub>
                    <m:r>
                      <a:rPr lang="en-US" i="1" dirty="0">
                        <a:latin typeface="Cambria Math" panose="02040503050406030204" pitchFamily="18" charset="0"/>
                      </a:rPr>
                      <m:t>=</m:t>
                    </m:r>
                    <m:f>
                      <m:fPr>
                        <m:ctrlPr>
                          <a:rPr lang="en-US" i="1" dirty="0">
                            <a:latin typeface="Cambria Math" panose="02040503050406030204" pitchFamily="18" charset="0"/>
                          </a:rPr>
                        </m:ctrlPr>
                      </m:fPr>
                      <m:num>
                        <m:sSub>
                          <m:sSubPr>
                            <m:ctrlPr>
                              <a:rPr lang="en-US" i="1" dirty="0">
                                <a:latin typeface="Cambria Math" panose="02040503050406030204" pitchFamily="18" charset="0"/>
                              </a:rPr>
                            </m:ctrlPr>
                          </m:sSubPr>
                          <m:e>
                            <m:r>
                              <a:rPr lang="en-US" i="1" dirty="0">
                                <a:latin typeface="Cambria Math" panose="02040503050406030204" pitchFamily="18" charset="0"/>
                              </a:rPr>
                              <m:t>𝐸</m:t>
                            </m:r>
                          </m:e>
                          <m:sub>
                            <m:r>
                              <a:rPr lang="en-US" i="1" dirty="0">
                                <a:latin typeface="Cambria Math" panose="02040503050406030204" pitchFamily="18" charset="0"/>
                              </a:rPr>
                              <m:t>𝑢</m:t>
                            </m:r>
                          </m:sub>
                        </m:sSub>
                      </m:num>
                      <m:den>
                        <m:sSub>
                          <m:sSubPr>
                            <m:ctrlPr>
                              <a:rPr lang="en-US" i="1" dirty="0">
                                <a:latin typeface="Cambria Math" panose="02040503050406030204" pitchFamily="18" charset="0"/>
                              </a:rPr>
                            </m:ctrlPr>
                          </m:sSubPr>
                          <m:e>
                            <m:r>
                              <a:rPr lang="en-US" i="1" dirty="0">
                                <a:latin typeface="Cambria Math" panose="02040503050406030204" pitchFamily="18" charset="0"/>
                              </a:rPr>
                              <m:t>𝐸</m:t>
                            </m:r>
                          </m:e>
                          <m:sub>
                            <m:r>
                              <a:rPr lang="en-US" i="1" dirty="0">
                                <a:latin typeface="Cambria Math" panose="02040503050406030204" pitchFamily="18" charset="0"/>
                              </a:rPr>
                              <m:t>𝑢</m:t>
                            </m:r>
                          </m:sub>
                        </m:sSub>
                        <m:r>
                          <a:rPr lang="en-US" i="1" dirty="0">
                            <a:latin typeface="Cambria Math" panose="02040503050406030204" pitchFamily="18" charset="0"/>
                          </a:rPr>
                          <m:t>+</m:t>
                        </m:r>
                        <m:r>
                          <a:rPr lang="en-US" i="1" dirty="0">
                            <a:latin typeface="Cambria Math" panose="02040503050406030204" pitchFamily="18" charset="0"/>
                          </a:rPr>
                          <m:t>𝑘</m:t>
                        </m:r>
                      </m:den>
                    </m:f>
                  </m:oMath>
                </a14:m>
                <a:r>
                  <a:rPr lang="en-US" dirty="0"/>
                  <a:t>, where </a:t>
                </a:r>
                <a:br>
                  <a:rPr lang="en-US" dirty="0"/>
                </a:br>
                <a:r>
                  <a:rPr lang="en-US" i="1" dirty="0"/>
                  <a:t>Exposure (</a:t>
                </a:r>
                <a14:m>
                  <m:oMath xmlns:m="http://schemas.openxmlformats.org/officeDocument/2006/math">
                    <m:sSub>
                      <m:sSubPr>
                        <m:ctrlPr>
                          <a:rPr lang="en-US" i="1" dirty="0" err="1">
                            <a:latin typeface="Cambria Math" panose="02040503050406030204" pitchFamily="18" charset="0"/>
                          </a:rPr>
                        </m:ctrlPr>
                      </m:sSubPr>
                      <m:e>
                        <m:r>
                          <a:rPr lang="en-US" i="1" dirty="0" err="1">
                            <a:latin typeface="Cambria Math" panose="02040503050406030204" pitchFamily="18" charset="0"/>
                          </a:rPr>
                          <m:t>𝐸</m:t>
                        </m:r>
                      </m:e>
                      <m:sub>
                        <m:r>
                          <a:rPr lang="en-US" i="1" dirty="0" err="1">
                            <a:latin typeface="Cambria Math" panose="02040503050406030204" pitchFamily="18" charset="0"/>
                          </a:rPr>
                          <m:t>𝑢</m:t>
                        </m:r>
                      </m:sub>
                    </m:sSub>
                  </m:oMath>
                </a14:m>
                <a:r>
                  <a:rPr lang="en-US" i="1" dirty="0"/>
                  <a:t>)</a:t>
                </a:r>
                <a:r>
                  <a:rPr lang="en-US" dirty="0"/>
                  <a:t> = Total matched listening minutes.</a:t>
                </a:r>
              </a:p>
              <a:p>
                <a:pPr marL="0" indent="0">
                  <a:buNone/>
                </a:pPr>
                <a:r>
                  <a:rPr lang="en-US" i="1" dirty="0"/>
                  <a:t>   Baseline (</a:t>
                </a:r>
                <a14:m>
                  <m:oMath xmlns:m="http://schemas.openxmlformats.org/officeDocument/2006/math">
                    <m:r>
                      <a:rPr lang="en-US" i="1" dirty="0">
                        <a:latin typeface="Cambria Math" panose="02040503050406030204" pitchFamily="18" charset="0"/>
                      </a:rPr>
                      <m:t>𝑘</m:t>
                    </m:r>
                  </m:oMath>
                </a14:m>
                <a:r>
                  <a:rPr lang="en-US" i="1" dirty="0"/>
                  <a:t>)</a:t>
                </a:r>
                <a:r>
                  <a:rPr lang="en-US" dirty="0"/>
                  <a:t> = Cohort median of matched minutes.</a:t>
                </a:r>
                <a:endParaRPr lang="en-US" i="1" dirty="0"/>
              </a:p>
              <a:p>
                <a:r>
                  <a:rPr lang="en-US" i="1" dirty="0"/>
                  <a:t>Herfindahl-Hirschman Index (_tail):</a:t>
                </a:r>
                <a:r>
                  <a:rPr lang="en-US" dirty="0"/>
                  <a:t> </a:t>
                </a:r>
                <a14:m>
                  <m:oMath xmlns:m="http://schemas.openxmlformats.org/officeDocument/2006/math">
                    <m:nary>
                      <m:naryPr>
                        <m:chr m:val="∑"/>
                        <m:subHide m:val="on"/>
                        <m:supHide m:val="on"/>
                        <m:ctrlPr>
                          <a:rPr lang="en-US" i="1" dirty="0" smtClean="0">
                            <a:latin typeface="Cambria Math" panose="02040503050406030204" pitchFamily="18" charset="0"/>
                          </a:rPr>
                        </m:ctrlPr>
                      </m:naryPr>
                      <m:sub/>
                      <m:sup/>
                      <m:e>
                        <m:sSubSup>
                          <m:sSubSupPr>
                            <m:ctrlPr>
                              <a:rPr lang="en-US" i="1" dirty="0">
                                <a:latin typeface="Cambria Math" panose="02040503050406030204" pitchFamily="18" charset="0"/>
                              </a:rPr>
                            </m:ctrlPr>
                          </m:sSubSupPr>
                          <m:e>
                            <m:r>
                              <a:rPr lang="en-US" i="1" dirty="0">
                                <a:latin typeface="Cambria Math" panose="02040503050406030204" pitchFamily="18" charset="0"/>
                              </a:rPr>
                              <m:t>𝑝</m:t>
                            </m:r>
                          </m:e>
                          <m:sub>
                            <m:r>
                              <a:rPr lang="en-US" i="1" dirty="0">
                                <a:latin typeface="Cambria Math" panose="02040503050406030204" pitchFamily="18" charset="0"/>
                              </a:rPr>
                              <m:t>𝑖</m:t>
                            </m:r>
                          </m:sub>
                          <m:sup>
                            <m:r>
                              <a:rPr lang="en-US" i="1" dirty="0">
                                <a:latin typeface="Cambria Math" panose="02040503050406030204" pitchFamily="18" charset="0"/>
                              </a:rPr>
                              <m:t>2</m:t>
                            </m:r>
                          </m:sup>
                        </m:sSubSup>
                      </m:e>
                    </m:nary>
                  </m:oMath>
                </a14:m>
                <a:r>
                  <a:rPr lang="en-US" dirty="0"/>
                  <a:t> (e.g., </a:t>
                </a:r>
                <a:r>
                  <a:rPr lang="en-US" dirty="0" err="1"/>
                  <a:t>daypart_conc_tail</a:t>
                </a:r>
                <a:r>
                  <a:rPr lang="en-US" dirty="0"/>
                  <a:t> measures hyper-fixation on a specific routine).</a:t>
                </a:r>
              </a:p>
              <a:p>
                <a:r>
                  <a:rPr lang="en-US" i="1" dirty="0"/>
                  <a:t>Shannon Entropy (_exp):</a:t>
                </a:r>
                <a:r>
                  <a:rPr lang="en-US" dirty="0"/>
                  <a:t> </a:t>
                </a:r>
                <a14:m>
                  <m:oMath xmlns:m="http://schemas.openxmlformats.org/officeDocument/2006/math">
                    <m:r>
                      <a:rPr lang="en-US" i="1" dirty="0" smtClean="0">
                        <a:latin typeface="Cambria Math" panose="02040503050406030204" pitchFamily="18" charset="0"/>
                      </a:rPr>
                      <m:t>−</m:t>
                    </m:r>
                    <m:nary>
                      <m:naryPr>
                        <m:chr m:val="∑"/>
                        <m:subHide m:val="on"/>
                        <m:supHide m:val="on"/>
                        <m:ctrlPr>
                          <a:rPr lang="en-US" i="1" dirty="0" smtClean="0">
                            <a:latin typeface="Cambria Math" panose="02040503050406030204" pitchFamily="18" charset="0"/>
                          </a:rPr>
                        </m:ctrlPr>
                      </m:naryPr>
                      <m:sub/>
                      <m:sup/>
                      <m:e>
                        <m:sSub>
                          <m:sSubPr>
                            <m:ctrlPr>
                              <a:rPr lang="en-US" i="1" dirty="0">
                                <a:latin typeface="Cambria Math" panose="02040503050406030204" pitchFamily="18" charset="0"/>
                              </a:rPr>
                            </m:ctrlPr>
                          </m:sSubPr>
                          <m:e>
                            <m:r>
                              <a:rPr lang="en-US" i="1" dirty="0" err="1">
                                <a:latin typeface="Cambria Math" panose="02040503050406030204" pitchFamily="18" charset="0"/>
                              </a:rPr>
                              <m:t>𝑝</m:t>
                            </m:r>
                          </m:e>
                          <m:sub>
                            <m:r>
                              <a:rPr lang="en-US" i="1" dirty="0" err="1">
                                <a:latin typeface="Cambria Math" panose="02040503050406030204" pitchFamily="18" charset="0"/>
                              </a:rPr>
                              <m:t>𝑖</m:t>
                            </m:r>
                          </m:sub>
                        </m:sSub>
                      </m:e>
                    </m:nary>
                    <m:r>
                      <m:rPr>
                        <m:sty m:val="p"/>
                      </m:rPr>
                      <a:rPr lang="en-US" i="1" dirty="0">
                        <a:latin typeface="Cambria Math" panose="02040503050406030204" pitchFamily="18" charset="0"/>
                      </a:rPr>
                      <m:t>ln</m:t>
                    </m:r>
                    <m:r>
                      <a:rPr lang="en-US" i="1" dirty="0">
                        <a:latin typeface="Cambria Math" panose="02040503050406030204" pitchFamily="18" charset="0"/>
                      </a:rPr>
                      <m:t>(</m:t>
                    </m:r>
                    <m:sSub>
                      <m:sSubPr>
                        <m:ctrlPr>
                          <a:rPr lang="en-US" i="1" dirty="0" err="1">
                            <a:latin typeface="Cambria Math" panose="02040503050406030204" pitchFamily="18" charset="0"/>
                          </a:rPr>
                        </m:ctrlPr>
                      </m:sSubPr>
                      <m:e>
                        <m:r>
                          <a:rPr lang="en-US" i="1" dirty="0" err="1">
                            <a:latin typeface="Cambria Math" panose="02040503050406030204" pitchFamily="18" charset="0"/>
                          </a:rPr>
                          <m:t>𝑝</m:t>
                        </m:r>
                      </m:e>
                      <m:sub>
                        <m:r>
                          <a:rPr lang="en-US" i="1" dirty="0" err="1">
                            <a:latin typeface="Cambria Math" panose="02040503050406030204" pitchFamily="18" charset="0"/>
                          </a:rPr>
                          <m:t>𝑖</m:t>
                        </m:r>
                      </m:sub>
                    </m:sSub>
                    <m:r>
                      <a:rPr lang="en-US" i="1" dirty="0" smtClean="0">
                        <a:latin typeface="Cambria Math" panose="02040503050406030204" pitchFamily="18" charset="0"/>
                      </a:rPr>
                      <m:t>)</m:t>
                    </m:r>
                  </m:oMath>
                </a14:m>
                <a:r>
                  <a:rPr lang="en-US" dirty="0"/>
                  <a:t> (e.g., </a:t>
                </a:r>
                <a:r>
                  <a:rPr lang="en-US" dirty="0" err="1"/>
                  <a:t>emotion_entropy_exp</a:t>
                </a:r>
                <a:r>
                  <a:rPr lang="en-US" dirty="0"/>
                  <a:t> measures emotional flexibility).</a:t>
                </a:r>
              </a:p>
              <a:p>
                <a:endParaRPr lang="en-US" dirty="0"/>
              </a:p>
              <a:p>
                <a:endParaRPr lang="en-US" dirty="0"/>
              </a:p>
            </p:txBody>
          </p:sp>
        </mc:Choice>
        <mc:Fallback>
          <p:sp>
            <p:nvSpPr>
              <p:cNvPr id="3" name="Content Placeholder 2">
                <a:extLst>
                  <a:ext uri="{FF2B5EF4-FFF2-40B4-BE49-F238E27FC236}">
                    <a16:creationId xmlns:a16="http://schemas.microsoft.com/office/drawing/2014/main" id="{2ABDA63F-AE6A-8F09-DA17-36B426DB2DB5}"/>
                  </a:ext>
                </a:extLst>
              </p:cNvPr>
              <p:cNvSpPr>
                <a:spLocks noGrp="1" noRot="1" noChangeAspect="1" noMove="1" noResize="1" noEditPoints="1" noAdjustHandles="1" noChangeArrowheads="1" noChangeShapeType="1" noTextEdit="1"/>
              </p:cNvSpPr>
              <p:nvPr>
                <p:ph idx="1"/>
              </p:nvPr>
            </p:nvSpPr>
            <p:spPr>
              <a:xfrm>
                <a:off x="391886" y="1524000"/>
                <a:ext cx="11702143" cy="4643019"/>
              </a:xfrm>
              <a:blipFill>
                <a:blip r:embed="rId3"/>
                <a:stretch>
                  <a:fillRect l="-1042" t="-2231"/>
                </a:stretch>
              </a:blipFill>
            </p:spPr>
            <p:txBody>
              <a:bodyPr/>
              <a:lstStyle/>
              <a:p>
                <a:r>
                  <a:rPr lang="en-US">
                    <a:noFill/>
                  </a:rPr>
                  <a:t> </a:t>
                </a:r>
              </a:p>
            </p:txBody>
          </p:sp>
        </mc:Fallback>
      </mc:AlternateContent>
    </p:spTree>
    <p:extLst>
      <p:ext uri="{BB962C8B-B14F-4D97-AF65-F5344CB8AC3E}">
        <p14:creationId xmlns:p14="http://schemas.microsoft.com/office/powerpoint/2010/main" val="2927343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A0E8E-5460-64E8-B68F-5C7A20A8EB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03817E-5399-0928-3F9B-CDAF10CA4582}"/>
              </a:ext>
            </a:extLst>
          </p:cNvPr>
          <p:cNvSpPr>
            <a:spLocks noGrp="1"/>
          </p:cNvSpPr>
          <p:nvPr>
            <p:ph type="title"/>
          </p:nvPr>
        </p:nvSpPr>
        <p:spPr>
          <a:xfrm>
            <a:off x="838200" y="365126"/>
            <a:ext cx="10515600" cy="698362"/>
          </a:xfrm>
        </p:spPr>
        <p:txBody>
          <a:bodyPr>
            <a:normAutofit fontScale="90000"/>
          </a:bodyPr>
          <a:lstStyle/>
          <a:p>
            <a:r>
              <a:rPr lang="en-US" dirty="0"/>
              <a:t>Aggregations and Wrapped</a:t>
            </a:r>
          </a:p>
        </p:txBody>
      </p:sp>
      <p:pic>
        <p:nvPicPr>
          <p:cNvPr id="9" name="Picture 8">
            <a:extLst>
              <a:ext uri="{FF2B5EF4-FFF2-40B4-BE49-F238E27FC236}">
                <a16:creationId xmlns:a16="http://schemas.microsoft.com/office/drawing/2014/main" id="{80ACD117-F674-91A9-1988-DDCEE5D7A122}"/>
              </a:ext>
            </a:extLst>
          </p:cNvPr>
          <p:cNvPicPr>
            <a:picLocks noChangeAspect="1"/>
          </p:cNvPicPr>
          <p:nvPr/>
        </p:nvPicPr>
        <p:blipFill>
          <a:blip r:embed="rId3"/>
          <a:stretch>
            <a:fillRect/>
          </a:stretch>
        </p:blipFill>
        <p:spPr>
          <a:xfrm>
            <a:off x="0" y="1096145"/>
            <a:ext cx="12192000" cy="5600241"/>
          </a:xfrm>
          <a:prstGeom prst="rect">
            <a:avLst/>
          </a:prstGeom>
        </p:spPr>
      </p:pic>
    </p:spTree>
    <p:extLst>
      <p:ext uri="{BB962C8B-B14F-4D97-AF65-F5344CB8AC3E}">
        <p14:creationId xmlns:p14="http://schemas.microsoft.com/office/powerpoint/2010/main" val="33874412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2016</TotalTime>
  <Words>1608</Words>
  <Application>Microsoft Office PowerPoint</Application>
  <PresentationFormat>Widescreen</PresentationFormat>
  <Paragraphs>154</Paragraphs>
  <Slides>17</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Aptos Display</vt:lpstr>
      <vt:lpstr>Arial</vt:lpstr>
      <vt:lpstr>Calibri</vt:lpstr>
      <vt:lpstr>Cambria Math</vt:lpstr>
      <vt:lpstr>Source Sans Pro</vt:lpstr>
      <vt:lpstr>Office Theme</vt:lpstr>
      <vt:lpstr>Spotify + Student + Emotion</vt:lpstr>
      <vt:lpstr>PowerPoint Presentation</vt:lpstr>
      <vt:lpstr>PowerPoint Presentation</vt:lpstr>
      <vt:lpstr>Temporal Dashboard: "rhythm" of a student's life</vt:lpstr>
      <vt:lpstr>Temporal Dashboard</vt:lpstr>
      <vt:lpstr>Temporal Dashboard</vt:lpstr>
      <vt:lpstr>Temporal Dashboard</vt:lpstr>
      <vt:lpstr>Temporal Dashboard</vt:lpstr>
      <vt:lpstr>Aggregations and Wrapped: Data to Identity</vt:lpstr>
      <vt:lpstr>Aggregations and Wrapped</vt:lpstr>
      <vt:lpstr>Aggregations and Wrapped</vt:lpstr>
      <vt:lpstr>Aggregations and Wrapped</vt:lpstr>
      <vt:lpstr>Aggregations and Wrapped</vt:lpstr>
      <vt:lpstr>Aggregations and Wrapped</vt:lpstr>
      <vt:lpstr>Aggregations and Wrapped</vt:lpstr>
      <vt:lpstr>Aggregations and Wrapped</vt:lpstr>
      <vt:lpstr>Aggregations and Wrapped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Belton</dc:creator>
  <cp:lastModifiedBy>Kenzi Lamberto</cp:lastModifiedBy>
  <cp:revision>3</cp:revision>
  <dcterms:created xsi:type="dcterms:W3CDTF">2026-01-08T03:28:42Z</dcterms:created>
  <dcterms:modified xsi:type="dcterms:W3CDTF">2026-04-30T16:18:55Z</dcterms:modified>
</cp:coreProperties>
</file>