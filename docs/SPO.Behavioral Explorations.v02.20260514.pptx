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7" r:id="rId2"/>
    <p:sldId id="278" r:id="rId3"/>
    <p:sldId id="303" r:id="rId4"/>
    <p:sldId id="280" r:id="rId5"/>
    <p:sldId id="308" r:id="rId6"/>
    <p:sldId id="310" r:id="rId7"/>
    <p:sldId id="305" r:id="rId8"/>
    <p:sldId id="307" r:id="rId9"/>
    <p:sldId id="306" r:id="rId10"/>
    <p:sldId id="294" r:id="rId11"/>
    <p:sldId id="309" r:id="rId12"/>
    <p:sldId id="311" r:id="rId13"/>
    <p:sldId id="312" r:id="rId14"/>
    <p:sldId id="30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22ADE27-0374-4220-BD46-F7A318650A68}">
          <p14:sldIdLst>
            <p14:sldId id="277"/>
            <p14:sldId id="278"/>
          </p14:sldIdLst>
        </p14:section>
        <p14:section name="Raw Inputs" id="{A683C3A5-0F50-4AC9-AA41-54E12FE4D909}">
          <p14:sldIdLst>
            <p14:sldId id="303"/>
            <p14:sldId id="280"/>
            <p14:sldId id="308"/>
            <p14:sldId id="310"/>
            <p14:sldId id="305"/>
            <p14:sldId id="307"/>
          </p14:sldIdLst>
        </p14:section>
        <p14:section name="First Algorithm" id="{FB5F4FFA-F722-4AA5-BE20-27F65802DBCC}">
          <p14:sldIdLst>
            <p14:sldId id="306"/>
            <p14:sldId id="294"/>
          </p14:sldIdLst>
        </p14:section>
        <p14:section name="Secondary" id="{12F3DAA5-161B-4F5D-9CB6-8441CB41F684}">
          <p14:sldIdLst>
            <p14:sldId id="309"/>
          </p14:sldIdLst>
        </p14:section>
        <p14:section name="Vue Card" id="{63EF9CFB-6254-45F2-B8E7-3FB251BEEBF8}">
          <p14:sldIdLst>
            <p14:sldId id="311"/>
            <p14:sldId id="312"/>
          </p14:sldIdLst>
        </p14:section>
        <p14:section name="Outro" id="{38A661CC-CB30-47A3-A033-465ABFA9D8C8}">
          <p14:sldIdLst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10B1"/>
    <a:srgbClr val="A090E9"/>
    <a:srgbClr val="C28FB2"/>
    <a:srgbClr val="9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84735" autoAdjust="0"/>
  </p:normalViewPr>
  <p:slideViewPr>
    <p:cSldViewPr snapToGrid="0">
      <p:cViewPr varScale="1">
        <p:scale>
          <a:sx n="59" d="100"/>
          <a:sy n="59" d="100"/>
        </p:scale>
        <p:origin x="8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zi Lamberto" userId="58c23fe3-8264-483d-98d7-ce818ea11a2f" providerId="ADAL" clId="{F30BEFE1-B199-43B4-A338-8694A7DBFE66}"/>
    <pc:docChg chg="undo redo custSel addSld delSld modSld sldOrd addSection delSection modSection">
      <pc:chgData name="Kenzi Lamberto" userId="58c23fe3-8264-483d-98d7-ce818ea11a2f" providerId="ADAL" clId="{F30BEFE1-B199-43B4-A338-8694A7DBFE66}" dt="2026-05-15T00:38:23.624" v="7001" actId="20577"/>
      <pc:docMkLst>
        <pc:docMk/>
      </pc:docMkLst>
      <pc:sldChg chg="modSp new mod ord">
        <pc:chgData name="Kenzi Lamberto" userId="58c23fe3-8264-483d-98d7-ce818ea11a2f" providerId="ADAL" clId="{F30BEFE1-B199-43B4-A338-8694A7DBFE66}" dt="2026-05-10T13:13:56.539" v="3613" actId="27636"/>
        <pc:sldMkLst>
          <pc:docMk/>
          <pc:sldMk cId="4017712885" sldId="277"/>
        </pc:sldMkLst>
        <pc:spChg chg="mod">
          <ac:chgData name="Kenzi Lamberto" userId="58c23fe3-8264-483d-98d7-ce818ea11a2f" providerId="ADAL" clId="{F30BEFE1-B199-43B4-A338-8694A7DBFE66}" dt="2026-05-10T13:13:56.539" v="3613" actId="27636"/>
          <ac:spMkLst>
            <pc:docMk/>
            <pc:sldMk cId="4017712885" sldId="277"/>
            <ac:spMk id="2" creationId="{EF96FA71-2AA6-35AD-A2FB-71FFA6C1EFD7}"/>
          </ac:spMkLst>
        </pc:spChg>
        <pc:spChg chg="mod">
          <ac:chgData name="Kenzi Lamberto" userId="58c23fe3-8264-483d-98d7-ce818ea11a2f" providerId="ADAL" clId="{F30BEFE1-B199-43B4-A338-8694A7DBFE66}" dt="2026-04-30T12:12:06.557" v="1602" actId="20577"/>
          <ac:spMkLst>
            <pc:docMk/>
            <pc:sldMk cId="4017712885" sldId="277"/>
            <ac:spMk id="3" creationId="{5A44CA42-D763-F4B4-E93B-E8A7982410D5}"/>
          </ac:spMkLst>
        </pc:spChg>
      </pc:sldChg>
      <pc:sldChg chg="addSp modSp add mod">
        <pc:chgData name="Kenzi Lamberto" userId="58c23fe3-8264-483d-98d7-ce818ea11a2f" providerId="ADAL" clId="{F30BEFE1-B199-43B4-A338-8694A7DBFE66}" dt="2026-04-30T12:17:07.496" v="1626" actId="114"/>
        <pc:sldMkLst>
          <pc:docMk/>
          <pc:sldMk cId="2383830162" sldId="278"/>
        </pc:sldMkLst>
        <pc:spChg chg="add mod">
          <ac:chgData name="Kenzi Lamberto" userId="58c23fe3-8264-483d-98d7-ce818ea11a2f" providerId="ADAL" clId="{F30BEFE1-B199-43B4-A338-8694A7DBFE66}" dt="2026-04-30T12:16:42.966" v="1608" actId="1582"/>
          <ac:spMkLst>
            <pc:docMk/>
            <pc:sldMk cId="2383830162" sldId="278"/>
            <ac:spMk id="2" creationId="{805833D4-8CCB-9C16-43B1-7A7DCAA79885}"/>
          </ac:spMkLst>
        </pc:spChg>
        <pc:spChg chg="add mod">
          <ac:chgData name="Kenzi Lamberto" userId="58c23fe3-8264-483d-98d7-ce818ea11a2f" providerId="ADAL" clId="{F30BEFE1-B199-43B4-A338-8694A7DBFE66}" dt="2026-04-30T12:17:07.496" v="1626" actId="114"/>
          <ac:spMkLst>
            <pc:docMk/>
            <pc:sldMk cId="2383830162" sldId="278"/>
            <ac:spMk id="3" creationId="{2D71730C-259C-9F6E-233B-026C8615954A}"/>
          </ac:spMkLst>
        </pc:spChg>
      </pc:sldChg>
      <pc:sldChg chg="addSp delSp modSp new mod ord">
        <pc:chgData name="Kenzi Lamberto" userId="58c23fe3-8264-483d-98d7-ce818ea11a2f" providerId="ADAL" clId="{F30BEFE1-B199-43B4-A338-8694A7DBFE66}" dt="2026-05-12T12:49:28.772" v="5367" actId="478"/>
        <pc:sldMkLst>
          <pc:docMk/>
          <pc:sldMk cId="2622967768" sldId="280"/>
        </pc:sldMkLst>
        <pc:spChg chg="mod">
          <ac:chgData name="Kenzi Lamberto" userId="58c23fe3-8264-483d-98d7-ce818ea11a2f" providerId="ADAL" clId="{F30BEFE1-B199-43B4-A338-8694A7DBFE66}" dt="2026-05-12T10:58:40.172" v="4498" actId="20577"/>
          <ac:spMkLst>
            <pc:docMk/>
            <pc:sldMk cId="2622967768" sldId="280"/>
            <ac:spMk id="2" creationId="{EDD3B700-8203-78A1-23B4-822ABFEAA081}"/>
          </ac:spMkLst>
        </pc:spChg>
        <pc:spChg chg="mod">
          <ac:chgData name="Kenzi Lamberto" userId="58c23fe3-8264-483d-98d7-ce818ea11a2f" providerId="ADAL" clId="{F30BEFE1-B199-43B4-A338-8694A7DBFE66}" dt="2026-05-12T11:14:52.142" v="4869" actId="1076"/>
          <ac:spMkLst>
            <pc:docMk/>
            <pc:sldMk cId="2622967768" sldId="280"/>
            <ac:spMk id="3" creationId="{8206D6E3-5F53-35B6-3BF6-0455690469F5}"/>
          </ac:spMkLst>
        </pc:spChg>
        <pc:spChg chg="add mod">
          <ac:chgData name="Kenzi Lamberto" userId="58c23fe3-8264-483d-98d7-ce818ea11a2f" providerId="ADAL" clId="{F30BEFE1-B199-43B4-A338-8694A7DBFE66}" dt="2026-05-12T10:57:11.783" v="4326" actId="1076"/>
          <ac:spMkLst>
            <pc:docMk/>
            <pc:sldMk cId="2622967768" sldId="280"/>
            <ac:spMk id="11" creationId="{F68BCEA5-8E84-917C-D882-EEC964381126}"/>
          </ac:spMkLst>
        </pc:spChg>
        <pc:spChg chg="add mod">
          <ac:chgData name="Kenzi Lamberto" userId="58c23fe3-8264-483d-98d7-ce818ea11a2f" providerId="ADAL" clId="{F30BEFE1-B199-43B4-A338-8694A7DBFE66}" dt="2026-05-12T12:49:22.624" v="5364" actId="14100"/>
          <ac:spMkLst>
            <pc:docMk/>
            <pc:sldMk cId="2622967768" sldId="280"/>
            <ac:spMk id="18" creationId="{2DA9DBBE-92C0-80BA-AFF2-2DD393852B00}"/>
          </ac:spMkLst>
        </pc:spChg>
        <pc:spChg chg="add mod">
          <ac:chgData name="Kenzi Lamberto" userId="58c23fe3-8264-483d-98d7-ce818ea11a2f" providerId="ADAL" clId="{F30BEFE1-B199-43B4-A338-8694A7DBFE66}" dt="2026-05-12T12:12:30.059" v="5081" actId="14100"/>
          <ac:spMkLst>
            <pc:docMk/>
            <pc:sldMk cId="2622967768" sldId="280"/>
            <ac:spMk id="19" creationId="{7ED63916-5888-1C3C-605E-9E8E866A638F}"/>
          </ac:spMkLst>
        </pc:spChg>
        <pc:picChg chg="add mod">
          <ac:chgData name="Kenzi Lamberto" userId="58c23fe3-8264-483d-98d7-ce818ea11a2f" providerId="ADAL" clId="{F30BEFE1-B199-43B4-A338-8694A7DBFE66}" dt="2026-05-12T12:12:20.498" v="5079" actId="1076"/>
          <ac:picMkLst>
            <pc:docMk/>
            <pc:sldMk cId="2622967768" sldId="280"/>
            <ac:picMk id="6" creationId="{A7ACB236-43E7-2738-371E-739F449D3E27}"/>
          </ac:picMkLst>
        </pc:picChg>
        <pc:cxnChg chg="add mod">
          <ac:chgData name="Kenzi Lamberto" userId="58c23fe3-8264-483d-98d7-ce818ea11a2f" providerId="ADAL" clId="{F30BEFE1-B199-43B4-A338-8694A7DBFE66}" dt="2026-05-12T11:11:47.775" v="4793" actId="208"/>
          <ac:cxnSpMkLst>
            <pc:docMk/>
            <pc:sldMk cId="2622967768" sldId="280"/>
            <ac:cxnSpMk id="5" creationId="{0C47A5FB-0EB0-115F-34CA-1AD5B9C90809}"/>
          </ac:cxnSpMkLst>
        </pc:cxnChg>
        <pc:cxnChg chg="add mod">
          <ac:chgData name="Kenzi Lamberto" userId="58c23fe3-8264-483d-98d7-ce818ea11a2f" providerId="ADAL" clId="{F30BEFE1-B199-43B4-A338-8694A7DBFE66}" dt="2026-05-12T11:11:50.111" v="4794" actId="208"/>
          <ac:cxnSpMkLst>
            <pc:docMk/>
            <pc:sldMk cId="2622967768" sldId="280"/>
            <ac:cxnSpMk id="7" creationId="{7CB2DD07-BE89-5A64-DC9A-32B039588DF9}"/>
          </ac:cxnSpMkLst>
        </pc:cxnChg>
        <pc:cxnChg chg="add mod">
          <ac:chgData name="Kenzi Lamberto" userId="58c23fe3-8264-483d-98d7-ce818ea11a2f" providerId="ADAL" clId="{F30BEFE1-B199-43B4-A338-8694A7DBFE66}" dt="2026-05-12T11:11:53.226" v="4795" actId="208"/>
          <ac:cxnSpMkLst>
            <pc:docMk/>
            <pc:sldMk cId="2622967768" sldId="280"/>
            <ac:cxnSpMk id="12" creationId="{B40E3A7F-1FB4-1031-6D1B-3598D105861A}"/>
          </ac:cxnSpMkLst>
        </pc:cxnChg>
        <pc:cxnChg chg="add mod">
          <ac:chgData name="Kenzi Lamberto" userId="58c23fe3-8264-483d-98d7-ce818ea11a2f" providerId="ADAL" clId="{F30BEFE1-B199-43B4-A338-8694A7DBFE66}" dt="2026-05-12T11:11:55.973" v="4796" actId="208"/>
          <ac:cxnSpMkLst>
            <pc:docMk/>
            <pc:sldMk cId="2622967768" sldId="280"/>
            <ac:cxnSpMk id="15" creationId="{6980424D-FC68-B1E3-7591-3B6F9DB8B52B}"/>
          </ac:cxnSpMkLst>
        </pc:cxnChg>
      </pc:sldChg>
      <pc:sldChg chg="addSp delSp modSp add mod">
        <pc:chgData name="Kenzi Lamberto" userId="58c23fe3-8264-483d-98d7-ce818ea11a2f" providerId="ADAL" clId="{F30BEFE1-B199-43B4-A338-8694A7DBFE66}" dt="2026-05-14T11:56:34.214" v="6942" actId="20577"/>
        <pc:sldMkLst>
          <pc:docMk/>
          <pc:sldMk cId="811579400" sldId="294"/>
        </pc:sldMkLst>
        <pc:spChg chg="mod">
          <ac:chgData name="Kenzi Lamberto" userId="58c23fe3-8264-483d-98d7-ce818ea11a2f" providerId="ADAL" clId="{F30BEFE1-B199-43B4-A338-8694A7DBFE66}" dt="2026-05-12T11:13:40.324" v="4841" actId="20577"/>
          <ac:spMkLst>
            <pc:docMk/>
            <pc:sldMk cId="811579400" sldId="294"/>
            <ac:spMk id="2" creationId="{43AD3EC1-B39E-B835-4EAE-5FE781749563}"/>
          </ac:spMkLst>
        </pc:spChg>
        <pc:spChg chg="add mod">
          <ac:chgData name="Kenzi Lamberto" userId="58c23fe3-8264-483d-98d7-ce818ea11a2f" providerId="ADAL" clId="{F30BEFE1-B199-43B4-A338-8694A7DBFE66}" dt="2026-05-14T11:56:34.214" v="6942" actId="20577"/>
          <ac:spMkLst>
            <pc:docMk/>
            <pc:sldMk cId="811579400" sldId="294"/>
            <ac:spMk id="4" creationId="{9788B239-C7E0-4CD1-381A-621F2876EE59}"/>
          </ac:spMkLst>
        </pc:spChg>
        <pc:spChg chg="add del mod">
          <ac:chgData name="Kenzi Lamberto" userId="58c23fe3-8264-483d-98d7-ce818ea11a2f" providerId="ADAL" clId="{F30BEFE1-B199-43B4-A338-8694A7DBFE66}" dt="2026-05-14T11:15:04.032" v="6698" actId="478"/>
          <ac:spMkLst>
            <pc:docMk/>
            <pc:sldMk cId="811579400" sldId="294"/>
            <ac:spMk id="7" creationId="{D6465022-2CC7-248D-BA5A-1ED348293062}"/>
          </ac:spMkLst>
        </pc:spChg>
        <pc:spChg chg="add del mod">
          <ac:chgData name="Kenzi Lamberto" userId="58c23fe3-8264-483d-98d7-ce818ea11a2f" providerId="ADAL" clId="{F30BEFE1-B199-43B4-A338-8694A7DBFE66}" dt="2026-05-14T11:14:58.729" v="6696" actId="478"/>
          <ac:spMkLst>
            <pc:docMk/>
            <pc:sldMk cId="811579400" sldId="294"/>
            <ac:spMk id="8" creationId="{D9EB0D12-FDC3-9AE9-13D9-4D3E25CB1D7F}"/>
          </ac:spMkLst>
        </pc:spChg>
        <pc:spChg chg="add del mod">
          <ac:chgData name="Kenzi Lamberto" userId="58c23fe3-8264-483d-98d7-ce818ea11a2f" providerId="ADAL" clId="{F30BEFE1-B199-43B4-A338-8694A7DBFE66}" dt="2026-05-14T11:15:02.564" v="6697" actId="478"/>
          <ac:spMkLst>
            <pc:docMk/>
            <pc:sldMk cId="811579400" sldId="294"/>
            <ac:spMk id="9" creationId="{11B6D0DA-985D-5BA8-9C06-EF9F20E4DD74}"/>
          </ac:spMkLst>
        </pc:spChg>
        <pc:picChg chg="add del mod">
          <ac:chgData name="Kenzi Lamberto" userId="58c23fe3-8264-483d-98d7-ce818ea11a2f" providerId="ADAL" clId="{F30BEFE1-B199-43B4-A338-8694A7DBFE66}" dt="2026-05-14T11:14:54.134" v="6694" actId="931"/>
          <ac:picMkLst>
            <pc:docMk/>
            <pc:sldMk cId="811579400" sldId="294"/>
            <ac:picMk id="5" creationId="{73952434-F256-5093-1752-2A88055F699E}"/>
          </ac:picMkLst>
        </pc:picChg>
        <pc:picChg chg="add mod modCrop">
          <ac:chgData name="Kenzi Lamberto" userId="58c23fe3-8264-483d-98d7-ce818ea11a2f" providerId="ADAL" clId="{F30BEFE1-B199-43B4-A338-8694A7DBFE66}" dt="2026-05-14T11:16:37.488" v="6724" actId="1076"/>
          <ac:picMkLst>
            <pc:docMk/>
            <pc:sldMk cId="811579400" sldId="294"/>
            <ac:picMk id="10" creationId="{3B31FF9F-2014-8828-F82F-0C10360A1F77}"/>
          </ac:picMkLst>
        </pc:picChg>
        <pc:picChg chg="add mod modCrop">
          <ac:chgData name="Kenzi Lamberto" userId="58c23fe3-8264-483d-98d7-ce818ea11a2f" providerId="ADAL" clId="{F30BEFE1-B199-43B4-A338-8694A7DBFE66}" dt="2026-05-14T11:56:27.464" v="6941" actId="1036"/>
          <ac:picMkLst>
            <pc:docMk/>
            <pc:sldMk cId="811579400" sldId="294"/>
            <ac:picMk id="11" creationId="{782313B2-29E8-D3B5-03AF-12BE96FE2CDA}"/>
          </ac:picMkLst>
        </pc:picChg>
        <pc:picChg chg="add del mod">
          <ac:chgData name="Kenzi Lamberto" userId="58c23fe3-8264-483d-98d7-ce818ea11a2f" providerId="ADAL" clId="{F30BEFE1-B199-43B4-A338-8694A7DBFE66}" dt="2026-05-14T11:14:51.788" v="6691" actId="478"/>
          <ac:picMkLst>
            <pc:docMk/>
            <pc:sldMk cId="811579400" sldId="294"/>
            <ac:picMk id="1028" creationId="{871353FD-FA70-A565-C234-9BA2C6072C3C}"/>
          </ac:picMkLst>
        </pc:picChg>
        <pc:cxnChg chg="add mod">
          <ac:chgData name="Kenzi Lamberto" userId="58c23fe3-8264-483d-98d7-ce818ea11a2f" providerId="ADAL" clId="{F30BEFE1-B199-43B4-A338-8694A7DBFE66}" dt="2026-05-14T11:56:27.464" v="6941" actId="1036"/>
          <ac:cxnSpMkLst>
            <pc:docMk/>
            <pc:sldMk cId="811579400" sldId="294"/>
            <ac:cxnSpMk id="5" creationId="{D654B97D-6683-C669-EB75-93BAE3DB32CC}"/>
          </ac:cxnSpMkLst>
        </pc:cxnChg>
        <pc:cxnChg chg="add mod">
          <ac:chgData name="Kenzi Lamberto" userId="58c23fe3-8264-483d-98d7-ce818ea11a2f" providerId="ADAL" clId="{F30BEFE1-B199-43B4-A338-8694A7DBFE66}" dt="2026-05-14T11:56:27.464" v="6941" actId="1036"/>
          <ac:cxnSpMkLst>
            <pc:docMk/>
            <pc:sldMk cId="811579400" sldId="294"/>
            <ac:cxnSpMk id="6" creationId="{D531447A-8A42-B71C-D913-78ABBEDF0551}"/>
          </ac:cxnSpMkLst>
        </pc:cxnChg>
        <pc:cxnChg chg="add mod">
          <ac:chgData name="Kenzi Lamberto" userId="58c23fe3-8264-483d-98d7-ce818ea11a2f" providerId="ADAL" clId="{F30BEFE1-B199-43B4-A338-8694A7DBFE66}" dt="2026-05-14T11:56:27.464" v="6941" actId="1036"/>
          <ac:cxnSpMkLst>
            <pc:docMk/>
            <pc:sldMk cId="811579400" sldId="294"/>
            <ac:cxnSpMk id="9" creationId="{8E837688-5B95-3F91-EA53-9AC83EE2B374}"/>
          </ac:cxnSpMkLst>
        </pc:cxnChg>
        <pc:cxnChg chg="add mod">
          <ac:chgData name="Kenzi Lamberto" userId="58c23fe3-8264-483d-98d7-ce818ea11a2f" providerId="ADAL" clId="{F30BEFE1-B199-43B4-A338-8694A7DBFE66}" dt="2026-05-14T11:56:27.464" v="6941" actId="1036"/>
          <ac:cxnSpMkLst>
            <pc:docMk/>
            <pc:sldMk cId="811579400" sldId="294"/>
            <ac:cxnSpMk id="12" creationId="{31A542FF-BE3E-4FBE-DB9B-9DCEA33FA496}"/>
          </ac:cxnSpMkLst>
        </pc:cxnChg>
      </pc:sldChg>
      <pc:sldChg chg="addSp delSp modSp add mod modClrScheme chgLayout">
        <pc:chgData name="Kenzi Lamberto" userId="58c23fe3-8264-483d-98d7-ce818ea11a2f" providerId="ADAL" clId="{F30BEFE1-B199-43B4-A338-8694A7DBFE66}" dt="2026-05-14T11:18:56.842" v="6863" actId="478"/>
        <pc:sldMkLst>
          <pc:docMk/>
          <pc:sldMk cId="1797707316" sldId="302"/>
        </pc:sldMkLst>
        <pc:spChg chg="mod ord">
          <ac:chgData name="Kenzi Lamberto" userId="58c23fe3-8264-483d-98d7-ce818ea11a2f" providerId="ADAL" clId="{F30BEFE1-B199-43B4-A338-8694A7DBFE66}" dt="2026-05-11T02:20:18.282" v="4277" actId="20577"/>
          <ac:spMkLst>
            <pc:docMk/>
            <pc:sldMk cId="1797707316" sldId="302"/>
            <ac:spMk id="2" creationId="{AFBB5322-0AB1-7BBC-9A6B-0280F2F26BA8}"/>
          </ac:spMkLst>
        </pc:spChg>
        <pc:spChg chg="add del mod ord">
          <ac:chgData name="Kenzi Lamberto" userId="58c23fe3-8264-483d-98d7-ce818ea11a2f" providerId="ADAL" clId="{F30BEFE1-B199-43B4-A338-8694A7DBFE66}" dt="2026-05-14T11:18:56.842" v="6863" actId="478"/>
          <ac:spMkLst>
            <pc:docMk/>
            <pc:sldMk cId="1797707316" sldId="302"/>
            <ac:spMk id="3" creationId="{08883AB7-5537-F8D4-5958-B53BCFAFFD57}"/>
          </ac:spMkLst>
        </pc:spChg>
        <pc:spChg chg="mod">
          <ac:chgData name="Kenzi Lamberto" userId="58c23fe3-8264-483d-98d7-ce818ea11a2f" providerId="ADAL" clId="{F30BEFE1-B199-43B4-A338-8694A7DBFE66}" dt="2026-05-11T02:19:54.540" v="4260" actId="20577"/>
          <ac:spMkLst>
            <pc:docMk/>
            <pc:sldMk cId="1797707316" sldId="302"/>
            <ac:spMk id="4" creationId="{A0959C25-7FDF-BCBC-10E5-B864CD90337F}"/>
          </ac:spMkLst>
        </pc:spChg>
        <pc:picChg chg="add del mod">
          <ac:chgData name="Kenzi Lamberto" userId="58c23fe3-8264-483d-98d7-ce818ea11a2f" providerId="ADAL" clId="{F30BEFE1-B199-43B4-A338-8694A7DBFE66}" dt="2026-05-14T11:18:51.104" v="6861" actId="478"/>
          <ac:picMkLst>
            <pc:docMk/>
            <pc:sldMk cId="1797707316" sldId="302"/>
            <ac:picMk id="7" creationId="{1F463EBE-301E-4099-A5CE-BEE403BBDC47}"/>
          </ac:picMkLst>
        </pc:picChg>
      </pc:sldChg>
      <pc:sldChg chg="addSp delSp modSp add mod ord">
        <pc:chgData name="Kenzi Lamberto" userId="58c23fe3-8264-483d-98d7-ce818ea11a2f" providerId="ADAL" clId="{F30BEFE1-B199-43B4-A338-8694A7DBFE66}" dt="2026-05-14T09:40:42.197" v="6300" actId="113"/>
        <pc:sldMkLst>
          <pc:docMk/>
          <pc:sldMk cId="3074744147" sldId="303"/>
        </pc:sldMkLst>
        <pc:spChg chg="mod">
          <ac:chgData name="Kenzi Lamberto" userId="58c23fe3-8264-483d-98d7-ce818ea11a2f" providerId="ADAL" clId="{F30BEFE1-B199-43B4-A338-8694A7DBFE66}" dt="2026-05-12T11:04:27.202" v="4583"/>
          <ac:spMkLst>
            <pc:docMk/>
            <pc:sldMk cId="3074744147" sldId="303"/>
            <ac:spMk id="2" creationId="{1597C5BC-AF84-E7E8-7B53-542A734AAD1A}"/>
          </ac:spMkLst>
        </pc:spChg>
        <pc:spChg chg="add mod">
          <ac:chgData name="Kenzi Lamberto" userId="58c23fe3-8264-483d-98d7-ce818ea11a2f" providerId="ADAL" clId="{F30BEFE1-B199-43B4-A338-8694A7DBFE66}" dt="2026-05-14T09:26:14.246" v="6273" actId="208"/>
          <ac:spMkLst>
            <pc:docMk/>
            <pc:sldMk cId="3074744147" sldId="303"/>
            <ac:spMk id="7" creationId="{772E1034-C810-DEC4-1C20-8BCE2A988B9B}"/>
          </ac:spMkLst>
        </pc:spChg>
        <pc:spChg chg="add mod">
          <ac:chgData name="Kenzi Lamberto" userId="58c23fe3-8264-483d-98d7-ce818ea11a2f" providerId="ADAL" clId="{F30BEFE1-B199-43B4-A338-8694A7DBFE66}" dt="2026-05-14T09:26:26.482" v="6274" actId="208"/>
          <ac:spMkLst>
            <pc:docMk/>
            <pc:sldMk cId="3074744147" sldId="303"/>
            <ac:spMk id="9" creationId="{4F5BFF8D-080D-709B-E116-CF1CA2F21167}"/>
          </ac:spMkLst>
        </pc:spChg>
        <pc:spChg chg="mod">
          <ac:chgData name="Kenzi Lamberto" userId="58c23fe3-8264-483d-98d7-ce818ea11a2f" providerId="ADAL" clId="{F30BEFE1-B199-43B4-A338-8694A7DBFE66}" dt="2026-05-14T09:40:42.197" v="6300" actId="113"/>
          <ac:spMkLst>
            <pc:docMk/>
            <pc:sldMk cId="3074744147" sldId="303"/>
            <ac:spMk id="11" creationId="{E5440406-F235-A723-8002-D9B4241FD74C}"/>
          </ac:spMkLst>
        </pc:spChg>
      </pc:sldChg>
      <pc:sldChg chg="addSp delSp modSp add mod ord modNotesTx">
        <pc:chgData name="Kenzi Lamberto" userId="58c23fe3-8264-483d-98d7-ce818ea11a2f" providerId="ADAL" clId="{F30BEFE1-B199-43B4-A338-8694A7DBFE66}" dt="2026-05-14T09:27:13.595" v="6279" actId="207"/>
        <pc:sldMkLst>
          <pc:docMk/>
          <pc:sldMk cId="68829097" sldId="305"/>
        </pc:sldMkLst>
        <pc:graphicFrameChg chg="add mod modGraphic">
          <ac:chgData name="Kenzi Lamberto" userId="58c23fe3-8264-483d-98d7-ce818ea11a2f" providerId="ADAL" clId="{F30BEFE1-B199-43B4-A338-8694A7DBFE66}" dt="2026-05-14T09:27:13.595" v="6279" actId="207"/>
          <ac:graphicFrameMkLst>
            <pc:docMk/>
            <pc:sldMk cId="68829097" sldId="305"/>
            <ac:graphicFrameMk id="21" creationId="{50111AE9-6AB3-4079-4D33-63E3EF252FED}"/>
          </ac:graphicFrameMkLst>
        </pc:graphicFrameChg>
      </pc:sldChg>
      <pc:sldChg chg="addSp modSp add mod ord">
        <pc:chgData name="Kenzi Lamberto" userId="58c23fe3-8264-483d-98d7-ce818ea11a2f" providerId="ADAL" clId="{F30BEFE1-B199-43B4-A338-8694A7DBFE66}" dt="2026-05-14T09:28:08.252" v="6284" actId="208"/>
        <pc:sldMkLst>
          <pc:docMk/>
          <pc:sldMk cId="1577147362" sldId="306"/>
        </pc:sldMkLst>
        <pc:spChg chg="mod">
          <ac:chgData name="Kenzi Lamberto" userId="58c23fe3-8264-483d-98d7-ce818ea11a2f" providerId="ADAL" clId="{F30BEFE1-B199-43B4-A338-8694A7DBFE66}" dt="2026-05-12T12:58:50.123" v="5636" actId="255"/>
          <ac:spMkLst>
            <pc:docMk/>
            <pc:sldMk cId="1577147362" sldId="306"/>
            <ac:spMk id="2" creationId="{97965812-47F0-3238-8365-5304D78D3371}"/>
          </ac:spMkLst>
        </pc:spChg>
        <pc:spChg chg="add mod">
          <ac:chgData name="Kenzi Lamberto" userId="58c23fe3-8264-483d-98d7-ce818ea11a2f" providerId="ADAL" clId="{F30BEFE1-B199-43B4-A338-8694A7DBFE66}" dt="2026-05-12T14:24:53.899" v="5865" actId="12"/>
          <ac:spMkLst>
            <pc:docMk/>
            <pc:sldMk cId="1577147362" sldId="306"/>
            <ac:spMk id="4" creationId="{C95FB2BC-C5FB-49B6-C786-F6BCEC230DCE}"/>
          </ac:spMkLst>
        </pc:spChg>
        <pc:spChg chg="mod">
          <ac:chgData name="Kenzi Lamberto" userId="58c23fe3-8264-483d-98d7-ce818ea11a2f" providerId="ADAL" clId="{F30BEFE1-B199-43B4-A338-8694A7DBFE66}" dt="2026-05-14T09:28:03.247" v="6283" actId="208"/>
          <ac:spMkLst>
            <pc:docMk/>
            <pc:sldMk cId="1577147362" sldId="306"/>
            <ac:spMk id="7" creationId="{DBB2570B-6356-03DA-0844-CF8805387B72}"/>
          </ac:spMkLst>
        </pc:spChg>
        <pc:spChg chg="mod">
          <ac:chgData name="Kenzi Lamberto" userId="58c23fe3-8264-483d-98d7-ce818ea11a2f" providerId="ADAL" clId="{F30BEFE1-B199-43B4-A338-8694A7DBFE66}" dt="2026-05-14T09:28:08.252" v="6284" actId="208"/>
          <ac:spMkLst>
            <pc:docMk/>
            <pc:sldMk cId="1577147362" sldId="306"/>
            <ac:spMk id="9" creationId="{411B44F5-40C8-EAE2-6265-B3A31F8471B0}"/>
          </ac:spMkLst>
        </pc:spChg>
        <pc:spChg chg="mod">
          <ac:chgData name="Kenzi Lamberto" userId="58c23fe3-8264-483d-98d7-ce818ea11a2f" providerId="ADAL" clId="{F30BEFE1-B199-43B4-A338-8694A7DBFE66}" dt="2026-05-14T09:27:59.130" v="6282" actId="208"/>
          <ac:spMkLst>
            <pc:docMk/>
            <pc:sldMk cId="1577147362" sldId="306"/>
            <ac:spMk id="11" creationId="{6FC60903-D53E-C374-6C5E-3895DFD8976A}"/>
          </ac:spMkLst>
        </pc:spChg>
        <pc:picChg chg="add mod">
          <ac:chgData name="Kenzi Lamberto" userId="58c23fe3-8264-483d-98d7-ce818ea11a2f" providerId="ADAL" clId="{F30BEFE1-B199-43B4-A338-8694A7DBFE66}" dt="2026-05-12T12:29:59.533" v="5093" actId="1076"/>
          <ac:picMkLst>
            <pc:docMk/>
            <pc:sldMk cId="1577147362" sldId="306"/>
            <ac:picMk id="3" creationId="{BE544702-C6B2-8A64-E512-87FF1C43CDF8}"/>
          </ac:picMkLst>
        </pc:picChg>
      </pc:sldChg>
      <pc:sldChg chg="modSp add mod modNotesTx">
        <pc:chgData name="Kenzi Lamberto" userId="58c23fe3-8264-483d-98d7-ce818ea11a2f" providerId="ADAL" clId="{F30BEFE1-B199-43B4-A338-8694A7DBFE66}" dt="2026-05-14T09:27:25.710" v="6281" actId="207"/>
        <pc:sldMkLst>
          <pc:docMk/>
          <pc:sldMk cId="2328997384" sldId="307"/>
        </pc:sldMkLst>
        <pc:graphicFrameChg chg="mod modGraphic">
          <ac:chgData name="Kenzi Lamberto" userId="58c23fe3-8264-483d-98d7-ce818ea11a2f" providerId="ADAL" clId="{F30BEFE1-B199-43B4-A338-8694A7DBFE66}" dt="2026-05-14T09:27:25.710" v="6281" actId="207"/>
          <ac:graphicFrameMkLst>
            <pc:docMk/>
            <pc:sldMk cId="2328997384" sldId="307"/>
            <ac:graphicFrameMk id="21" creationId="{9F54BD9F-956B-4E0B-4EDD-B36F4D6A0C01}"/>
          </ac:graphicFrameMkLst>
        </pc:graphicFrameChg>
      </pc:sldChg>
      <pc:sldChg chg="addSp delSp modSp add mod ord">
        <pc:chgData name="Kenzi Lamberto" userId="58c23fe3-8264-483d-98d7-ce818ea11a2f" providerId="ADAL" clId="{F30BEFE1-B199-43B4-A338-8694A7DBFE66}" dt="2026-05-12T14:50:07.929" v="5950" actId="1076"/>
        <pc:sldMkLst>
          <pc:docMk/>
          <pc:sldMk cId="2867428506" sldId="308"/>
        </pc:sldMkLst>
        <pc:spChg chg="mod">
          <ac:chgData name="Kenzi Lamberto" userId="58c23fe3-8264-483d-98d7-ce818ea11a2f" providerId="ADAL" clId="{F30BEFE1-B199-43B4-A338-8694A7DBFE66}" dt="2026-05-12T14:11:45.995" v="5711"/>
          <ac:spMkLst>
            <pc:docMk/>
            <pc:sldMk cId="2867428506" sldId="308"/>
            <ac:spMk id="2" creationId="{E4F594C6-8DB4-D0B2-D6C7-72DFC895288D}"/>
          </ac:spMkLst>
        </pc:spChg>
        <pc:spChg chg="mod">
          <ac:chgData name="Kenzi Lamberto" userId="58c23fe3-8264-483d-98d7-ce818ea11a2f" providerId="ADAL" clId="{F30BEFE1-B199-43B4-A338-8694A7DBFE66}" dt="2026-05-12T14:50:07.929" v="5950" actId="1076"/>
          <ac:spMkLst>
            <pc:docMk/>
            <pc:sldMk cId="2867428506" sldId="308"/>
            <ac:spMk id="4" creationId="{E5F56916-83DF-CCB0-C72C-6B78DDFC527A}"/>
          </ac:spMkLst>
        </pc:spChg>
        <pc:spChg chg="add mod">
          <ac:chgData name="Kenzi Lamberto" userId="58c23fe3-8264-483d-98d7-ce818ea11a2f" providerId="ADAL" clId="{F30BEFE1-B199-43B4-A338-8694A7DBFE66}" dt="2026-05-12T14:50:07.929" v="5950" actId="1076"/>
          <ac:spMkLst>
            <pc:docMk/>
            <pc:sldMk cId="2867428506" sldId="308"/>
            <ac:spMk id="7" creationId="{BDC6E78B-29A2-E759-8710-CC463863A70A}"/>
          </ac:spMkLst>
        </pc:spChg>
      </pc:sldChg>
      <pc:sldChg chg="addSp delSp modSp add mod">
        <pc:chgData name="Kenzi Lamberto" userId="58c23fe3-8264-483d-98d7-ce818ea11a2f" providerId="ADAL" clId="{F30BEFE1-B199-43B4-A338-8694A7DBFE66}" dt="2026-05-12T15:30:41.777" v="6271" actId="1036"/>
        <pc:sldMkLst>
          <pc:docMk/>
          <pc:sldMk cId="1998999454" sldId="309"/>
        </pc:sldMkLst>
        <pc:spChg chg="mod">
          <ac:chgData name="Kenzi Lamberto" userId="58c23fe3-8264-483d-98d7-ce818ea11a2f" providerId="ADAL" clId="{F30BEFE1-B199-43B4-A338-8694A7DBFE66}" dt="2026-05-12T14:45:59.831" v="5937" actId="20577"/>
          <ac:spMkLst>
            <pc:docMk/>
            <pc:sldMk cId="1998999454" sldId="309"/>
            <ac:spMk id="2" creationId="{776CA61C-97F2-EAEE-0A95-88CDE166B86E}"/>
          </ac:spMkLst>
        </pc:spChg>
        <pc:spChg chg="add del mod">
          <ac:chgData name="Kenzi Lamberto" userId="58c23fe3-8264-483d-98d7-ce818ea11a2f" providerId="ADAL" clId="{F30BEFE1-B199-43B4-A338-8694A7DBFE66}" dt="2026-05-12T15:30:41.777" v="6271" actId="1036"/>
          <ac:spMkLst>
            <pc:docMk/>
            <pc:sldMk cId="1998999454" sldId="309"/>
            <ac:spMk id="4" creationId="{8E861E93-A10D-EF74-187E-1C497BD212C7}"/>
          </ac:spMkLst>
        </pc:spChg>
        <pc:spChg chg="add mod">
          <ac:chgData name="Kenzi Lamberto" userId="58c23fe3-8264-483d-98d7-ce818ea11a2f" providerId="ADAL" clId="{F30BEFE1-B199-43B4-A338-8694A7DBFE66}" dt="2026-05-12T14:57:58.963" v="6174" actId="403"/>
          <ac:spMkLst>
            <pc:docMk/>
            <pc:sldMk cId="1998999454" sldId="309"/>
            <ac:spMk id="5" creationId="{42C73D5E-6C4F-F8A0-9D17-6BE81084BF4F}"/>
          </ac:spMkLst>
        </pc:spChg>
        <pc:spChg chg="add mod">
          <ac:chgData name="Kenzi Lamberto" userId="58c23fe3-8264-483d-98d7-ce818ea11a2f" providerId="ADAL" clId="{F30BEFE1-B199-43B4-A338-8694A7DBFE66}" dt="2026-05-12T14:58:10.890" v="6178" actId="255"/>
          <ac:spMkLst>
            <pc:docMk/>
            <pc:sldMk cId="1998999454" sldId="309"/>
            <ac:spMk id="7" creationId="{B2FC8FF9-498F-F73E-A8BB-67FB206CC8CA}"/>
          </ac:spMkLst>
        </pc:spChg>
      </pc:sldChg>
      <pc:sldChg chg="addSp delSp modSp add mod">
        <pc:chgData name="Kenzi Lamberto" userId="58c23fe3-8264-483d-98d7-ce818ea11a2f" providerId="ADAL" clId="{F30BEFE1-B199-43B4-A338-8694A7DBFE66}" dt="2026-05-14T11:24:42.001" v="6906" actId="11529"/>
        <pc:sldMkLst>
          <pc:docMk/>
          <pc:sldMk cId="570525964" sldId="310"/>
        </pc:sldMkLst>
        <pc:spChg chg="mod">
          <ac:chgData name="Kenzi Lamberto" userId="58c23fe3-8264-483d-98d7-ce818ea11a2f" providerId="ADAL" clId="{F30BEFE1-B199-43B4-A338-8694A7DBFE66}" dt="2026-05-12T14:16:26.928" v="5812"/>
          <ac:spMkLst>
            <pc:docMk/>
            <pc:sldMk cId="570525964" sldId="310"/>
            <ac:spMk id="2" creationId="{5839B622-617D-8F3B-A7B8-FCCE4CEF6556}"/>
          </ac:spMkLst>
        </pc:spChg>
        <pc:spChg chg="add mod">
          <ac:chgData name="Kenzi Lamberto" userId="58c23fe3-8264-483d-98d7-ce818ea11a2f" providerId="ADAL" clId="{F30BEFE1-B199-43B4-A338-8694A7DBFE66}" dt="2026-05-14T11:24:31.475" v="6905" actId="20577"/>
          <ac:spMkLst>
            <pc:docMk/>
            <pc:sldMk cId="570525964" sldId="310"/>
            <ac:spMk id="3" creationId="{E1F9CBC6-2BF3-E43A-727F-EF509A88DBBB}"/>
          </ac:spMkLst>
        </pc:spChg>
        <pc:spChg chg="add mod">
          <ac:chgData name="Kenzi Lamberto" userId="58c23fe3-8264-483d-98d7-ce818ea11a2f" providerId="ADAL" clId="{F30BEFE1-B199-43B4-A338-8694A7DBFE66}" dt="2026-05-14T09:26:39.055" v="6275" actId="208"/>
          <ac:spMkLst>
            <pc:docMk/>
            <pc:sldMk cId="570525964" sldId="310"/>
            <ac:spMk id="11" creationId="{1628BC47-87EA-FDA7-32E8-80FF2C755C10}"/>
          </ac:spMkLst>
        </pc:spChg>
        <pc:spChg chg="add mod">
          <ac:chgData name="Kenzi Lamberto" userId="58c23fe3-8264-483d-98d7-ce818ea11a2f" providerId="ADAL" clId="{F30BEFE1-B199-43B4-A338-8694A7DBFE66}" dt="2026-05-14T09:27:01.782" v="6278" actId="208"/>
          <ac:spMkLst>
            <pc:docMk/>
            <pc:sldMk cId="570525964" sldId="310"/>
            <ac:spMk id="12" creationId="{E926670C-2E3D-2441-5348-B3BE5CEB7338}"/>
          </ac:spMkLst>
        </pc:spChg>
        <pc:picChg chg="add del mod ord">
          <ac:chgData name="Kenzi Lamberto" userId="58c23fe3-8264-483d-98d7-ce818ea11a2f" providerId="ADAL" clId="{F30BEFE1-B199-43B4-A338-8694A7DBFE66}" dt="2026-05-14T09:53:25.914" v="6315" actId="478"/>
          <ac:picMkLst>
            <pc:docMk/>
            <pc:sldMk cId="570525964" sldId="310"/>
            <ac:picMk id="4" creationId="{0995C829-4299-F930-09A4-5F98CAFF911C}"/>
          </ac:picMkLst>
        </pc:picChg>
        <pc:picChg chg="add mod ord">
          <ac:chgData name="Kenzi Lamberto" userId="58c23fe3-8264-483d-98d7-ce818ea11a2f" providerId="ADAL" clId="{F30BEFE1-B199-43B4-A338-8694A7DBFE66}" dt="2026-05-14T09:54:21.270" v="6327" actId="1036"/>
          <ac:picMkLst>
            <pc:docMk/>
            <pc:sldMk cId="570525964" sldId="310"/>
            <ac:picMk id="6" creationId="{83F711A1-876A-9570-CC33-B8ACC1032E9E}"/>
          </ac:picMkLst>
        </pc:picChg>
        <pc:picChg chg="add del mod">
          <ac:chgData name="Kenzi Lamberto" userId="58c23fe3-8264-483d-98d7-ce818ea11a2f" providerId="ADAL" clId="{F30BEFE1-B199-43B4-A338-8694A7DBFE66}" dt="2026-05-14T09:52:34.658" v="6301" actId="478"/>
          <ac:picMkLst>
            <pc:docMk/>
            <pc:sldMk cId="570525964" sldId="310"/>
            <ac:picMk id="10" creationId="{44EFBAC0-2337-71D2-B212-D0B258D43929}"/>
          </ac:picMkLst>
        </pc:picChg>
        <pc:cxnChg chg="add">
          <ac:chgData name="Kenzi Lamberto" userId="58c23fe3-8264-483d-98d7-ce818ea11a2f" providerId="ADAL" clId="{F30BEFE1-B199-43B4-A338-8694A7DBFE66}" dt="2026-05-14T11:24:42.001" v="6906" actId="11529"/>
          <ac:cxnSpMkLst>
            <pc:docMk/>
            <pc:sldMk cId="570525964" sldId="310"/>
            <ac:cxnSpMk id="5" creationId="{A38BB824-1302-6CF9-9BB6-A52E00C9FBA7}"/>
          </ac:cxnSpMkLst>
        </pc:cxnChg>
      </pc:sldChg>
      <pc:sldChg chg="addSp delSp modSp add mod">
        <pc:chgData name="Kenzi Lamberto" userId="58c23fe3-8264-483d-98d7-ce818ea11a2f" providerId="ADAL" clId="{F30BEFE1-B199-43B4-A338-8694A7DBFE66}" dt="2026-05-12T15:29:34.742" v="6200" actId="14100"/>
        <pc:sldMkLst>
          <pc:docMk/>
          <pc:sldMk cId="4179699180" sldId="311"/>
        </pc:sldMkLst>
        <pc:picChg chg="add mod">
          <ac:chgData name="Kenzi Lamberto" userId="58c23fe3-8264-483d-98d7-ce818ea11a2f" providerId="ADAL" clId="{F30BEFE1-B199-43B4-A338-8694A7DBFE66}" dt="2026-05-12T15:29:34.742" v="6200" actId="14100"/>
          <ac:picMkLst>
            <pc:docMk/>
            <pc:sldMk cId="4179699180" sldId="311"/>
            <ac:picMk id="9" creationId="{47D65F19-8106-55CA-BCF8-B12A8F0B49FA}"/>
          </ac:picMkLst>
        </pc:picChg>
        <pc:picChg chg="add mod">
          <ac:chgData name="Kenzi Lamberto" userId="58c23fe3-8264-483d-98d7-ce818ea11a2f" providerId="ADAL" clId="{F30BEFE1-B199-43B4-A338-8694A7DBFE66}" dt="2026-05-12T15:29:28.984" v="6199" actId="1076"/>
          <ac:picMkLst>
            <pc:docMk/>
            <pc:sldMk cId="4179699180" sldId="311"/>
            <ac:picMk id="11" creationId="{7BEABB3E-473B-687D-B5D3-1C64EF1DE238}"/>
          </ac:picMkLst>
        </pc:picChg>
      </pc:sldChg>
      <pc:sldChg chg="addSp delSp modSp add mod">
        <pc:chgData name="Kenzi Lamberto" userId="58c23fe3-8264-483d-98d7-ce818ea11a2f" providerId="ADAL" clId="{F30BEFE1-B199-43B4-A338-8694A7DBFE66}" dt="2026-05-15T00:38:23.624" v="7001" actId="20577"/>
        <pc:sldMkLst>
          <pc:docMk/>
          <pc:sldMk cId="2160565831" sldId="312"/>
        </pc:sldMkLst>
        <pc:spChg chg="add mod">
          <ac:chgData name="Kenzi Lamberto" userId="58c23fe3-8264-483d-98d7-ce818ea11a2f" providerId="ADAL" clId="{F30BEFE1-B199-43B4-A338-8694A7DBFE66}" dt="2026-05-15T00:38:23.624" v="7001" actId="20577"/>
          <ac:spMkLst>
            <pc:docMk/>
            <pc:sldMk cId="2160565831" sldId="312"/>
            <ac:spMk id="2" creationId="{BBA78627-9444-A103-8B7A-CB1DE9520BE0}"/>
          </ac:spMkLst>
        </pc:spChg>
        <pc:spChg chg="add mod">
          <ac:chgData name="Kenzi Lamberto" userId="58c23fe3-8264-483d-98d7-ce818ea11a2f" providerId="ADAL" clId="{F30BEFE1-B199-43B4-A338-8694A7DBFE66}" dt="2026-05-14T09:59:21.398" v="6352" actId="20577"/>
          <ac:spMkLst>
            <pc:docMk/>
            <pc:sldMk cId="2160565831" sldId="312"/>
            <ac:spMk id="3" creationId="{D226A84D-33AD-E0AD-D67C-5C51DCC5EAB9}"/>
          </ac:spMkLst>
        </pc:spChg>
        <pc:picChg chg="del">
          <ac:chgData name="Kenzi Lamberto" userId="58c23fe3-8264-483d-98d7-ce818ea11a2f" providerId="ADAL" clId="{F30BEFE1-B199-43B4-A338-8694A7DBFE66}" dt="2026-05-14T09:58:54.163" v="6329" actId="478"/>
          <ac:picMkLst>
            <pc:docMk/>
            <pc:sldMk cId="2160565831" sldId="312"/>
            <ac:picMk id="9" creationId="{6C903211-7B9F-AF7C-F903-53A05511AA65}"/>
          </ac:picMkLst>
        </pc:picChg>
        <pc:picChg chg="del">
          <ac:chgData name="Kenzi Lamberto" userId="58c23fe3-8264-483d-98d7-ce818ea11a2f" providerId="ADAL" clId="{F30BEFE1-B199-43B4-A338-8694A7DBFE66}" dt="2026-05-14T09:58:55.096" v="6330" actId="478"/>
          <ac:picMkLst>
            <pc:docMk/>
            <pc:sldMk cId="2160565831" sldId="312"/>
            <ac:picMk id="11" creationId="{49CBF1B5-96BD-12D7-6F99-AA90A87BBFC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06B0D-7DCA-4258-99C3-2F66176BBA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904B1F-D6B7-4FA5-8364-376D41A51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22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pubs.com/natydemi/my_spotify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ocs.rs/crate/librespot-protocol/latest/source/proto/play_reason.proto" TargetMode="External"/><Relationship Id="rId5" Type="http://schemas.openxmlformats.org/officeDocument/2006/relationships/hyperlink" Target="https://medium.com/@dylankershaw/my-spotify-life-in-review-7d61965aac0c" TargetMode="External"/><Relationship Id="rId4" Type="http://schemas.openxmlformats.org/officeDocument/2006/relationships/hyperlink" Target="https://www.scribd.com/document/846344868/Spotify-Data-Explaination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pubs.com/natydemi/my_spotify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ocs.rs/crate/librespot-protocol/latest/source/proto/play_reason.proto" TargetMode="External"/><Relationship Id="rId5" Type="http://schemas.openxmlformats.org/officeDocument/2006/relationships/hyperlink" Target="https://medium.com/@dylankershaw/my-spotify-life-in-review-7d61965aac0c" TargetMode="External"/><Relationship Id="rId4" Type="http://schemas.openxmlformats.org/officeDocument/2006/relationships/hyperlink" Target="https://www.scribd.com/document/846344868/Spotify-Data-Explaination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904B1F-D6B7-4FA5-8364-376D41A511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580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72864-02C8-F231-3BFD-5FA668F95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941065-D9FD-59FD-2178-2A4F1FA16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ACE6E-F259-F211-4E13-D038EBDF9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sng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RPubs</a:t>
            </a:r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 - </a:t>
            </a:r>
            <a:r>
              <a:rPr lang="en-US" sz="1200" b="0" i="0" u="sng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my_spotify_historical_data</a:t>
            </a:r>
            <a:r>
              <a:rPr lang="en-US" dirty="0">
                <a:effectLst/>
              </a:rPr>
              <a:t> </a:t>
            </a:r>
          </a:p>
          <a:p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Spotify Track Data Analysis Guide | PDF | Spotify | Mobile App</a:t>
            </a:r>
            <a:r>
              <a:rPr lang="en-US" dirty="0">
                <a:effectLst/>
              </a:rPr>
              <a:t> </a:t>
            </a:r>
          </a:p>
          <a:p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My Spotify Life in Review. Analyzing 9 years of Spotify listening… | by Dylan Kershaw | Medium</a:t>
            </a:r>
            <a:r>
              <a:rPr lang="en-US" dirty="0">
                <a:effectLst/>
              </a:rPr>
              <a:t> </a:t>
            </a:r>
          </a:p>
          <a:p>
            <a:r>
              <a:rPr lang="en-US" sz="1200" b="0" i="0" u="sng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librespot</a:t>
            </a:r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-protocol 0.8.0 - Docs.rs</a:t>
            </a:r>
            <a:r>
              <a:rPr lang="en-US" dirty="0">
                <a:effectLst/>
              </a:rPr>
              <a:t> </a:t>
            </a:r>
            <a:endParaRPr lang="en-US" dirty="0"/>
          </a:p>
          <a:p>
            <a:endParaRPr lang="en-US" dirty="0"/>
          </a:p>
          <a:p>
            <a:r>
              <a:rPr lang="en-US" dirty="0"/>
              <a:t>python -c "import pandas as pd, glob; files = </a:t>
            </a:r>
            <a:r>
              <a:rPr lang="en-US" dirty="0" err="1"/>
              <a:t>glob.glob</a:t>
            </a:r>
            <a:r>
              <a:rPr lang="en-US" dirty="0"/>
              <a:t>(</a:t>
            </a:r>
            <a:r>
              <a:rPr lang="en-US" dirty="0" err="1"/>
              <a:t>r'explorations</a:t>
            </a:r>
            <a:r>
              <a:rPr lang="en-US" dirty="0"/>
              <a:t>/code/data/**/</a:t>
            </a:r>
            <a:r>
              <a:rPr lang="en-US" dirty="0" err="1"/>
              <a:t>Streaming_History_Audio</a:t>
            </a:r>
            <a:r>
              <a:rPr lang="en-US" dirty="0"/>
              <a:t>*.</a:t>
            </a:r>
            <a:r>
              <a:rPr lang="en-US" dirty="0" err="1"/>
              <a:t>json</a:t>
            </a:r>
            <a:r>
              <a:rPr lang="en-US" dirty="0"/>
              <a:t>', recursive=True); </a:t>
            </a: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pd.concat</a:t>
            </a:r>
            <a:r>
              <a:rPr lang="en-US" dirty="0"/>
              <a:t>([</a:t>
            </a:r>
            <a:r>
              <a:rPr lang="en-US" dirty="0" err="1"/>
              <a:t>pd.read_json</a:t>
            </a:r>
            <a:r>
              <a:rPr lang="en-US" dirty="0"/>
              <a:t>(f) for f in files], </a:t>
            </a:r>
            <a:r>
              <a:rPr lang="en-US" dirty="0" err="1"/>
              <a:t>ignore_index</a:t>
            </a:r>
            <a:r>
              <a:rPr lang="en-US" dirty="0"/>
              <a:t>=True); print(</a:t>
            </a: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reason_start</a:t>
            </a:r>
            <a:r>
              <a:rPr lang="en-US" dirty="0"/>
              <a:t>'].</a:t>
            </a:r>
            <a:r>
              <a:rPr lang="en-US" dirty="0" err="1"/>
              <a:t>value_counts</a:t>
            </a:r>
            <a:r>
              <a:rPr lang="en-US" dirty="0"/>
              <a:t>(</a:t>
            </a:r>
            <a:r>
              <a:rPr lang="en-US" dirty="0" err="1"/>
              <a:t>dropna</a:t>
            </a:r>
            <a:r>
              <a:rPr lang="en-US" dirty="0"/>
              <a:t>=False))“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B2430-657D-B7A6-5C38-C475A4AEC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904B1F-D6B7-4FA5-8364-376D41A5118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84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56CEF-1AED-78FB-0503-C5035FA62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688477-E6C6-4824-941A-E01FC88DA1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55B57-8A35-379D-9FE0-AAE968118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sng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RPubs</a:t>
            </a:r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 - </a:t>
            </a:r>
            <a:r>
              <a:rPr lang="en-US" sz="1200" b="0" i="0" u="sng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my_spotify_historical_data</a:t>
            </a:r>
            <a:r>
              <a:rPr lang="en-US" dirty="0">
                <a:effectLst/>
              </a:rPr>
              <a:t> </a:t>
            </a:r>
          </a:p>
          <a:p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Spotify Track Data Analysis Guide | PDF | Spotify | Mobile App</a:t>
            </a:r>
            <a:r>
              <a:rPr lang="en-US" dirty="0">
                <a:effectLst/>
              </a:rPr>
              <a:t> </a:t>
            </a:r>
          </a:p>
          <a:p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My Spotify Life in Review. Analyzing 9 years of Spotify listening… | by Dylan Kershaw | Medium</a:t>
            </a:r>
            <a:r>
              <a:rPr lang="en-US" dirty="0">
                <a:effectLst/>
              </a:rPr>
              <a:t> </a:t>
            </a:r>
          </a:p>
          <a:p>
            <a:r>
              <a:rPr lang="en-US" sz="1200" b="0" i="0" u="sng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librespot</a:t>
            </a:r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-protocol 0.8.0 - Docs.rs</a:t>
            </a:r>
            <a:r>
              <a:rPr lang="en-US" dirty="0">
                <a:effectLst/>
              </a:rPr>
              <a:t> </a:t>
            </a:r>
            <a:endParaRPr lang="en-US" dirty="0"/>
          </a:p>
          <a:p>
            <a:endParaRPr lang="en-US" dirty="0"/>
          </a:p>
          <a:p>
            <a:r>
              <a:rPr lang="en-US" dirty="0"/>
              <a:t>python -c "import pandas as pd, glob; files = </a:t>
            </a:r>
            <a:r>
              <a:rPr lang="en-US" dirty="0" err="1"/>
              <a:t>glob.glob</a:t>
            </a:r>
            <a:r>
              <a:rPr lang="en-US" dirty="0"/>
              <a:t>(</a:t>
            </a:r>
            <a:r>
              <a:rPr lang="en-US" dirty="0" err="1"/>
              <a:t>r'explorations</a:t>
            </a:r>
            <a:r>
              <a:rPr lang="en-US" dirty="0"/>
              <a:t>/code/data/**/</a:t>
            </a:r>
            <a:r>
              <a:rPr lang="en-US" dirty="0" err="1"/>
              <a:t>Streaming_History_Audio</a:t>
            </a:r>
            <a:r>
              <a:rPr lang="en-US" dirty="0"/>
              <a:t>*.</a:t>
            </a:r>
            <a:r>
              <a:rPr lang="en-US" dirty="0" err="1"/>
              <a:t>json</a:t>
            </a:r>
            <a:r>
              <a:rPr lang="en-US" dirty="0"/>
              <a:t>', recursive=True); </a:t>
            </a: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pd.concat</a:t>
            </a:r>
            <a:r>
              <a:rPr lang="en-US" dirty="0"/>
              <a:t>([</a:t>
            </a:r>
            <a:r>
              <a:rPr lang="en-US" dirty="0" err="1"/>
              <a:t>pd.read_json</a:t>
            </a:r>
            <a:r>
              <a:rPr lang="en-US" dirty="0"/>
              <a:t>(f) for f in files], </a:t>
            </a:r>
            <a:r>
              <a:rPr lang="en-US" dirty="0" err="1"/>
              <a:t>ignore_index</a:t>
            </a:r>
            <a:r>
              <a:rPr lang="en-US" dirty="0"/>
              <a:t>=True); print(</a:t>
            </a: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reason_end</a:t>
            </a:r>
            <a:r>
              <a:rPr lang="en-US" dirty="0"/>
              <a:t>'].</a:t>
            </a:r>
            <a:r>
              <a:rPr lang="en-US" dirty="0" err="1"/>
              <a:t>value_counts</a:t>
            </a:r>
            <a:r>
              <a:rPr lang="en-US" dirty="0"/>
              <a:t>(</a:t>
            </a:r>
            <a:r>
              <a:rPr lang="en-US" dirty="0" err="1"/>
              <a:t>dropna</a:t>
            </a:r>
            <a:r>
              <a:rPr lang="en-US" dirty="0"/>
              <a:t>=False))“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8BBCA-898C-C6EF-962A-F38AD30BF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904B1F-D6B7-4FA5-8364-376D41A5118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46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904B1F-D6B7-4FA5-8364-376D41A5118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02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E13A1-947A-B192-35C5-32A80CDD5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EA325-8BA4-CF1D-4A29-2F2DF0952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1E6FA-4E38-6D54-10BF-8C9CD155F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23BC-D4B2-7446-B764-5FD8377B103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DB34-E5F5-6446-9766-34C01FA20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DA3AC-FB99-C6C3-DB3D-40F97A98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2B39-22AA-054E-A5FA-5F7AAA44B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39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43E6-1346-AB90-0010-A3D161C2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E6D5B-3ECE-8723-FC6A-32D50B272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470F-57AC-03F4-81C3-B08BB7A38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23BC-D4B2-7446-B764-5FD8377B103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EEC4A-3C67-9C8F-6C5E-20F145115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A7552-33F6-2A31-375A-8371B28C7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2B39-22AA-054E-A5FA-5F7AAA44B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923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0D482-E0D2-DB46-03EE-124964C1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07255-E71F-F025-8B10-31C1CBFC9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10C86-4B7E-3F88-5A27-3750004B9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23BC-D4B2-7446-B764-5FD8377B103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2210C-158A-0330-80CD-33F9C31FF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AE041-14C6-64BB-B6E6-5CBEFDF7B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2B39-22AA-054E-A5FA-5F7AAA44B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71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1AA36-8C3C-2701-E5E4-659730717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F818F-10F9-74BE-9C2E-B5923DB24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4CA64-50F8-E3C3-A5E6-E25868021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3EE69-860B-7C81-8773-5E1F2D75B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23BC-D4B2-7446-B764-5FD8377B103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B17F7-4BAC-7254-E1AA-038C6174B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3549F-733F-78CD-5521-960959B9A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2B39-22AA-054E-A5FA-5F7AAA44B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9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8FAB4-C46A-70EC-E83C-0F78F252D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C6BC3-1178-FB3E-7F9E-486010D57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E54E1-59F9-6930-952A-D5948B9DC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3F7DDD-75CF-8201-3A2E-2C39CFBAD6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430D28-0592-DDC8-D7C8-905180EBE2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A05168-8D99-6222-7692-57F1E2515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23BC-D4B2-7446-B764-5FD8377B103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8A1803-8BBD-51B0-5608-44812FB7F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7CD0B9-F260-AC08-884E-2CDA7EECB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2B39-22AA-054E-A5FA-5F7AAA44B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739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EF693-9DD8-3742-C160-23A3D3711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FAEDFE-5629-CA18-8C50-70661BD03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23BC-D4B2-7446-B764-5FD8377B103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F0972B-824C-2445-3B21-DA65B90B5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A2AEE-B8E1-0002-547B-15A418479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2B39-22AA-054E-A5FA-5F7AAA44B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1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E09BA-8B3E-D327-AC0E-3EB4B9DAA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23BC-D4B2-7446-B764-5FD8377B103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8BD9C-5A07-7686-805F-D72517BC6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89868-EB68-2A95-89AF-FD9F57BD4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2B39-22AA-054E-A5FA-5F7AAA44B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97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8419F-28E7-87C0-9A68-D652CFFE9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50ADF-4A5C-5846-8EA3-162A760EF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C137C-75B6-484C-9EFE-5931D61EB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2C641-D4DB-3CD8-0620-CAC89098A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23BC-D4B2-7446-B764-5FD8377B103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22527-50A1-DA4D-214C-EE587B93B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99B59-275D-4402-3E0A-71E060B31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2B39-22AA-054E-A5FA-5F7AAA44B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444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BD3F0-68F6-9426-B8C5-3677B4812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1C65E4-1988-ECAF-6107-46CAF58F4E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1CFB4-5CA1-636F-1113-AE7284787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1FCD2-DA46-6EA2-7DA8-F3E97A930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23BC-D4B2-7446-B764-5FD8377B103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9883F-DF63-8887-ACB6-FCE304E66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FB63A-6C5F-3D72-507D-929DF93E0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2B39-22AA-054E-A5FA-5F7AAA44B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740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46C1-A815-232B-C013-7D4E21671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36633-47C5-693B-26EC-2425EB084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721CC-03B1-C3F0-75B1-34233373B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23BC-D4B2-7446-B764-5FD8377B103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DFED4-D31F-0B31-B110-9840A55DD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8B034-09FF-4F91-D69B-E26FE39EA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2B39-22AA-054E-A5FA-5F7AAA44B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067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80FB38-DCBB-4C80-626A-04B732683D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175E6-A314-EFCE-BFF5-710A9234C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3D9B4-DC0D-1A3D-1D72-B9D51885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23BC-D4B2-7446-B764-5FD8377B103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FEB97-E18A-4D36-C564-4819306E7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D64E0-44C7-4D9F-F851-530B72B26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2B39-22AA-054E-A5FA-5F7AAA44B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82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76B50-5FAA-E8E2-E151-D8B3EFEAA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F1596-80D5-EFA1-F356-C5139A430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0C903-C6B3-A013-F08B-73999B8996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123BC-D4B2-7446-B764-5FD8377B103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96340-080D-7312-B0AC-26E48C4D47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EA625-99BE-AC6A-B3C2-6B484CA9F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792B39-22AA-054E-A5FA-5F7AAA44B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23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7004375/" TargetMode="External"/><Relationship Id="rId2" Type="http://schemas.openxmlformats.org/officeDocument/2006/relationships/hyperlink" Target="https://pmc.ncbi.nlm.nih.gov/articles/PMC7526936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FA71-2AA6-35AD-A2FB-71FFA6C1EF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Behavioral Explorations:</a:t>
            </a:r>
            <a:br>
              <a:rPr lang="en-US" dirty="0"/>
            </a:br>
            <a:r>
              <a:rPr lang="en-US" dirty="0"/>
              <a:t>Profiling from Spotify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4CA42-D763-F4B4-E93B-E8A7982410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Kenzi Lamberto (1654201)</a:t>
            </a:r>
          </a:p>
          <a:p>
            <a:r>
              <a:rPr lang="en-US" dirty="0"/>
              <a:t>Supervised by Amanda Belton and Daniel</a:t>
            </a:r>
          </a:p>
        </p:txBody>
      </p:sp>
    </p:spTree>
    <p:extLst>
      <p:ext uri="{BB962C8B-B14F-4D97-AF65-F5344CB8AC3E}">
        <p14:creationId xmlns:p14="http://schemas.microsoft.com/office/powerpoint/2010/main" val="4017712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D227F-7F93-9B6A-3C93-7DC7ED4B3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gnetic Disk 3">
            <a:extLst>
              <a:ext uri="{FF2B5EF4-FFF2-40B4-BE49-F238E27FC236}">
                <a16:creationId xmlns:a16="http://schemas.microsoft.com/office/drawing/2014/main" id="{C3B63C99-67D0-8AA2-060B-ABA80E30E2BD}"/>
              </a:ext>
            </a:extLst>
          </p:cNvPr>
          <p:cNvSpPr/>
          <p:nvPr/>
        </p:nvSpPr>
        <p:spPr>
          <a:xfrm>
            <a:off x="4845806" y="2282945"/>
            <a:ext cx="4842493" cy="890657"/>
          </a:xfrm>
          <a:prstGeom prst="flowChartMagneticDisk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MRC Server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A1CD6F0-B75B-F14A-5639-7FC746B68303}"/>
              </a:ext>
            </a:extLst>
          </p:cNvPr>
          <p:cNvGrpSpPr/>
          <p:nvPr/>
        </p:nvGrpSpPr>
        <p:grpSpPr>
          <a:xfrm>
            <a:off x="8341622" y="2482510"/>
            <a:ext cx="567203" cy="556715"/>
            <a:chOff x="5807949" y="4571290"/>
            <a:chExt cx="876331" cy="85076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5D7777A-6C85-A6E0-11D1-6DF55A67382F}"/>
                </a:ext>
              </a:extLst>
            </p:cNvPr>
            <p:cNvSpPr/>
            <p:nvPr/>
          </p:nvSpPr>
          <p:spPr>
            <a:xfrm>
              <a:off x="5807949" y="4571290"/>
              <a:ext cx="876331" cy="850764"/>
            </a:xfrm>
            <a:prstGeom prst="ellipse">
              <a:avLst/>
            </a:prstGeom>
            <a:solidFill>
              <a:srgbClr val="3BD25D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2585A72-ABD2-5024-8DF7-2DD01430D19D}"/>
                </a:ext>
              </a:extLst>
            </p:cNvPr>
            <p:cNvSpPr/>
            <p:nvPr/>
          </p:nvSpPr>
          <p:spPr>
            <a:xfrm>
              <a:off x="5978452" y="4792312"/>
              <a:ext cx="532602" cy="43225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9ECF19A-B66E-B79A-E1C2-B65D94240FFC}"/>
                </a:ext>
              </a:extLst>
            </p:cNvPr>
            <p:cNvSpPr/>
            <p:nvPr/>
          </p:nvSpPr>
          <p:spPr>
            <a:xfrm>
              <a:off x="6041298" y="4857443"/>
              <a:ext cx="411695" cy="30839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BDAEB77-82DE-2727-5DDE-17179E75B9E2}"/>
                </a:ext>
              </a:extLst>
            </p:cNvPr>
            <p:cNvSpPr/>
            <p:nvPr/>
          </p:nvSpPr>
          <p:spPr>
            <a:xfrm>
              <a:off x="6115592" y="4925273"/>
              <a:ext cx="265838" cy="199131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F6C8EEB-6D6C-362D-4641-385F5AF35FCC}"/>
                </a:ext>
              </a:extLst>
            </p:cNvPr>
            <p:cNvSpPr txBox="1"/>
            <p:nvPr/>
          </p:nvSpPr>
          <p:spPr>
            <a:xfrm>
              <a:off x="5927725" y="4921490"/>
              <a:ext cx="644419" cy="353857"/>
            </a:xfrm>
            <a:custGeom>
              <a:avLst/>
              <a:gdLst>
                <a:gd name="csX0" fmla="*/ 0 w 644419"/>
                <a:gd name="csY0" fmla="*/ 0 h 276999"/>
                <a:gd name="csX1" fmla="*/ 644419 w 644419"/>
                <a:gd name="csY1" fmla="*/ 0 h 276999"/>
                <a:gd name="csX2" fmla="*/ 644419 w 644419"/>
                <a:gd name="csY2" fmla="*/ 276999 h 276999"/>
                <a:gd name="csX3" fmla="*/ 0 w 644419"/>
                <a:gd name="csY3" fmla="*/ 276999 h 276999"/>
                <a:gd name="csX4" fmla="*/ 0 w 644419"/>
                <a:gd name="csY4" fmla="*/ 0 h 276999"/>
                <a:gd name="csX0" fmla="*/ 0 w 644419"/>
                <a:gd name="csY0" fmla="*/ 0 h 276999"/>
                <a:gd name="csX1" fmla="*/ 644419 w 644419"/>
                <a:gd name="csY1" fmla="*/ 0 h 276999"/>
                <a:gd name="csX2" fmla="*/ 644419 w 644419"/>
                <a:gd name="csY2" fmla="*/ 276999 h 276999"/>
                <a:gd name="csX3" fmla="*/ 0 w 644419"/>
                <a:gd name="csY3" fmla="*/ 276999 h 276999"/>
                <a:gd name="csX4" fmla="*/ 0 w 644419"/>
                <a:gd name="csY4" fmla="*/ 0 h 276999"/>
                <a:gd name="csX0" fmla="*/ 0 w 644419"/>
                <a:gd name="csY0" fmla="*/ 0 h 276999"/>
                <a:gd name="csX1" fmla="*/ 644419 w 644419"/>
                <a:gd name="csY1" fmla="*/ 0 h 276999"/>
                <a:gd name="csX2" fmla="*/ 644419 w 644419"/>
                <a:gd name="csY2" fmla="*/ 276999 h 276999"/>
                <a:gd name="csX3" fmla="*/ 0 w 644419"/>
                <a:gd name="csY3" fmla="*/ 276999 h 276999"/>
                <a:gd name="csX4" fmla="*/ 0 w 644419"/>
                <a:gd name="csY4" fmla="*/ 0 h 276999"/>
                <a:gd name="csX0" fmla="*/ 0 w 644419"/>
                <a:gd name="csY0" fmla="*/ 0 h 276999"/>
                <a:gd name="csX1" fmla="*/ 644419 w 644419"/>
                <a:gd name="csY1" fmla="*/ 0 h 276999"/>
                <a:gd name="csX2" fmla="*/ 644419 w 644419"/>
                <a:gd name="csY2" fmla="*/ 276999 h 276999"/>
                <a:gd name="csX3" fmla="*/ 0 w 644419"/>
                <a:gd name="csY3" fmla="*/ 276999 h 276999"/>
                <a:gd name="csX4" fmla="*/ 0 w 644419"/>
                <a:gd name="csY4" fmla="*/ 0 h 276999"/>
                <a:gd name="csX0" fmla="*/ 0 w 644419"/>
                <a:gd name="csY0" fmla="*/ 0 h 330621"/>
                <a:gd name="csX1" fmla="*/ 644419 w 644419"/>
                <a:gd name="csY1" fmla="*/ 0 h 330621"/>
                <a:gd name="csX2" fmla="*/ 644419 w 644419"/>
                <a:gd name="csY2" fmla="*/ 276999 h 330621"/>
                <a:gd name="csX3" fmla="*/ 0 w 644419"/>
                <a:gd name="csY3" fmla="*/ 276999 h 330621"/>
                <a:gd name="csX4" fmla="*/ 0 w 644419"/>
                <a:gd name="csY4" fmla="*/ 0 h 330621"/>
                <a:gd name="csX0" fmla="*/ 0 w 644419"/>
                <a:gd name="csY0" fmla="*/ 0 h 353857"/>
                <a:gd name="csX1" fmla="*/ 644419 w 644419"/>
                <a:gd name="csY1" fmla="*/ 0 h 353857"/>
                <a:gd name="csX2" fmla="*/ 644419 w 644419"/>
                <a:gd name="csY2" fmla="*/ 276999 h 353857"/>
                <a:gd name="csX3" fmla="*/ 0 w 644419"/>
                <a:gd name="csY3" fmla="*/ 276999 h 353857"/>
                <a:gd name="csX4" fmla="*/ 0 w 644419"/>
                <a:gd name="csY4" fmla="*/ 0 h 3538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4419" h="353857">
                  <a:moveTo>
                    <a:pt x="0" y="0"/>
                  </a:moveTo>
                  <a:cubicBezTo>
                    <a:pt x="170356" y="149225"/>
                    <a:pt x="458188" y="120650"/>
                    <a:pt x="644419" y="0"/>
                  </a:cubicBezTo>
                  <a:lnTo>
                    <a:pt x="644419" y="276999"/>
                  </a:lnTo>
                  <a:cubicBezTo>
                    <a:pt x="432788" y="359549"/>
                    <a:pt x="202106" y="397649"/>
                    <a:pt x="0" y="2769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BD25D"/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US" sz="1200" dirty="0"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B1BEC32-9E35-80EF-8BAB-4523FE1B6B73}"/>
              </a:ext>
            </a:extLst>
          </p:cNvPr>
          <p:cNvSpPr txBox="1"/>
          <p:nvPr/>
        </p:nvSpPr>
        <p:spPr>
          <a:xfrm>
            <a:off x="1789505" y="3206168"/>
            <a:ext cx="71721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  Spotify data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A996AA4-68C1-F173-5BBF-F14D564E1953}"/>
              </a:ext>
            </a:extLst>
          </p:cNvPr>
          <p:cNvSpPr/>
          <p:nvPr/>
        </p:nvSpPr>
        <p:spPr>
          <a:xfrm>
            <a:off x="3498955" y="727239"/>
            <a:ext cx="4237965" cy="3755493"/>
          </a:xfrm>
          <a:prstGeom prst="roundRect">
            <a:avLst>
              <a:gd name="adj" fmla="val 7055"/>
            </a:avLst>
          </a:prstGeom>
          <a:noFill/>
          <a:ln w="57150"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4F6AF33-159B-31CB-3FD3-A01D8F766434}"/>
              </a:ext>
            </a:extLst>
          </p:cNvPr>
          <p:cNvSpPr/>
          <p:nvPr/>
        </p:nvSpPr>
        <p:spPr>
          <a:xfrm>
            <a:off x="929020" y="2090414"/>
            <a:ext cx="2359271" cy="1141948"/>
          </a:xfrm>
          <a:prstGeom prst="roundRect">
            <a:avLst/>
          </a:prstGeom>
          <a:noFill/>
          <a:ln w="57150"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isplay 13">
            <a:extLst>
              <a:ext uri="{FF2B5EF4-FFF2-40B4-BE49-F238E27FC236}">
                <a16:creationId xmlns:a16="http://schemas.microsoft.com/office/drawing/2014/main" id="{48B225BD-B09F-139E-3EA3-CC6CFB128038}"/>
              </a:ext>
            </a:extLst>
          </p:cNvPr>
          <p:cNvSpPr/>
          <p:nvPr/>
        </p:nvSpPr>
        <p:spPr>
          <a:xfrm>
            <a:off x="5892537" y="3736806"/>
            <a:ext cx="1331239" cy="451700"/>
          </a:xfrm>
          <a:prstGeom prst="flowChartDisplay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Extract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6F15F1-6F17-F530-F0F2-8B66365F9979}"/>
              </a:ext>
            </a:extLst>
          </p:cNvPr>
          <p:cNvSpPr txBox="1"/>
          <p:nvPr/>
        </p:nvSpPr>
        <p:spPr>
          <a:xfrm>
            <a:off x="905962" y="1746264"/>
            <a:ext cx="1933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Collection</a:t>
            </a:r>
          </a:p>
        </p:txBody>
      </p:sp>
      <p:sp>
        <p:nvSpPr>
          <p:cNvPr id="16" name="Magnetic Disk 15">
            <a:extLst>
              <a:ext uri="{FF2B5EF4-FFF2-40B4-BE49-F238E27FC236}">
                <a16:creationId xmlns:a16="http://schemas.microsoft.com/office/drawing/2014/main" id="{15BC4BF3-5607-9348-C485-A473B09BF692}"/>
              </a:ext>
            </a:extLst>
          </p:cNvPr>
          <p:cNvSpPr/>
          <p:nvPr/>
        </p:nvSpPr>
        <p:spPr>
          <a:xfrm>
            <a:off x="1723741" y="2235213"/>
            <a:ext cx="1101751" cy="818399"/>
          </a:xfrm>
          <a:prstGeom prst="flowChartMagneticDisk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Local data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14735936-06DB-B98D-90EE-10D433793E04}"/>
              </a:ext>
            </a:extLst>
          </p:cNvPr>
          <p:cNvSpPr/>
          <p:nvPr/>
        </p:nvSpPr>
        <p:spPr>
          <a:xfrm>
            <a:off x="3125951" y="2103599"/>
            <a:ext cx="1774105" cy="1030148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Donated data merged into </a:t>
            </a:r>
            <a:r>
              <a:rPr lang="en-US" sz="1200" dirty="0" err="1">
                <a:solidFill>
                  <a:schemeClr val="accent1">
                    <a:lumMod val="50000"/>
                  </a:schemeClr>
                </a:solidFill>
              </a:rPr>
              <a:t>db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141026-134C-D7A9-8A75-CF485B0C33F7}"/>
              </a:ext>
            </a:extLst>
          </p:cNvPr>
          <p:cNvSpPr txBox="1"/>
          <p:nvPr/>
        </p:nvSpPr>
        <p:spPr>
          <a:xfrm>
            <a:off x="905962" y="1399824"/>
            <a:ext cx="11186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Stage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C43B91-E630-7DA3-E16E-25BB713B6858}"/>
              </a:ext>
            </a:extLst>
          </p:cNvPr>
          <p:cNvSpPr txBox="1"/>
          <p:nvPr/>
        </p:nvSpPr>
        <p:spPr>
          <a:xfrm>
            <a:off x="4876633" y="105191"/>
            <a:ext cx="19336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Aggregation and visualisation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582C46-4E70-343B-0F74-15DAB91E5D35}"/>
              </a:ext>
            </a:extLst>
          </p:cNvPr>
          <p:cNvSpPr txBox="1"/>
          <p:nvPr/>
        </p:nvSpPr>
        <p:spPr>
          <a:xfrm>
            <a:off x="3842889" y="122123"/>
            <a:ext cx="11186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Stage 2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F315728-0A96-E218-7651-8D74D95DBAC4}"/>
              </a:ext>
            </a:extLst>
          </p:cNvPr>
          <p:cNvGrpSpPr/>
          <p:nvPr/>
        </p:nvGrpSpPr>
        <p:grpSpPr>
          <a:xfrm>
            <a:off x="2042732" y="1346955"/>
            <a:ext cx="870898" cy="765976"/>
            <a:chOff x="8524897" y="1142884"/>
            <a:chExt cx="987380" cy="854415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B2C178D-A3B2-0FFA-F0C9-B25CBBC96432}"/>
                </a:ext>
              </a:extLst>
            </p:cNvPr>
            <p:cNvSpPr/>
            <p:nvPr/>
          </p:nvSpPr>
          <p:spPr>
            <a:xfrm>
              <a:off x="8562271" y="1142884"/>
              <a:ext cx="914212" cy="854415"/>
            </a:xfrm>
            <a:prstGeom prst="ellipse">
              <a:avLst/>
            </a:prstGeom>
            <a:solidFill>
              <a:srgbClr val="3BD25D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02CFC94-FA8D-0E31-8C82-C1EE6328E40E}"/>
                </a:ext>
              </a:extLst>
            </p:cNvPr>
            <p:cNvSpPr/>
            <p:nvPr/>
          </p:nvSpPr>
          <p:spPr>
            <a:xfrm>
              <a:off x="8740775" y="1320801"/>
              <a:ext cx="555625" cy="434112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FD89B6C-7A08-F222-3F77-3555649CA02D}"/>
                </a:ext>
              </a:extLst>
            </p:cNvPr>
            <p:cNvSpPr/>
            <p:nvPr/>
          </p:nvSpPr>
          <p:spPr>
            <a:xfrm>
              <a:off x="8806337" y="1386212"/>
              <a:ext cx="429491" cy="309713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404178-11C8-B82F-8D7B-EC86B29BA685}"/>
                </a:ext>
              </a:extLst>
            </p:cNvPr>
            <p:cNvSpPr/>
            <p:nvPr/>
          </p:nvSpPr>
          <p:spPr>
            <a:xfrm>
              <a:off x="8883843" y="1454333"/>
              <a:ext cx="277329" cy="199986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AEB8EDFA-F317-41F6-084A-B0FD1565FA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7892" t="53783" r="27625" b="1"/>
            <a:stretch>
              <a:fillRect/>
            </a:stretch>
          </p:blipFill>
          <p:spPr>
            <a:xfrm>
              <a:off x="8657826" y="1363707"/>
              <a:ext cx="701675" cy="499803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3B6F62-29F4-B05B-F097-A3BA394842B8}"/>
                </a:ext>
              </a:extLst>
            </p:cNvPr>
            <p:cNvSpPr txBox="1"/>
            <p:nvPr/>
          </p:nvSpPr>
          <p:spPr>
            <a:xfrm>
              <a:off x="8524897" y="1494587"/>
              <a:ext cx="9873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effectLst>
                    <a:glow rad="63500">
                      <a:schemeClr val="bg1">
                        <a:alpha val="40000"/>
                      </a:schemeClr>
                    </a:glow>
                  </a:effectLst>
                  <a:latin typeface="Source Sans Pro" panose="020B0503030403020204" pitchFamily="34" charset="0"/>
                  <a:ea typeface="Source Sans Pro" panose="020B0503030403020204" pitchFamily="34" charset="0"/>
                </a:rPr>
                <a:t>Spotify</a:t>
              </a:r>
            </a:p>
            <a:p>
              <a:pPr algn="ctr"/>
              <a:r>
                <a:rPr lang="en-US" sz="1200" dirty="0">
                  <a:effectLst>
                    <a:glow rad="63500">
                      <a:schemeClr val="bg1">
                        <a:alpha val="40000"/>
                      </a:schemeClr>
                    </a:glow>
                  </a:effectLst>
                  <a:latin typeface="Source Sans Pro" panose="020B0503030403020204" pitchFamily="34" charset="0"/>
                  <a:ea typeface="Source Sans Pro" panose="020B0503030403020204" pitchFamily="34" charset="0"/>
                </a:rPr>
                <a:t>Data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9590F62-8F3F-7DE1-FB33-00DE8A2164B9}"/>
              </a:ext>
            </a:extLst>
          </p:cNvPr>
          <p:cNvGrpSpPr/>
          <p:nvPr/>
        </p:nvGrpSpPr>
        <p:grpSpPr>
          <a:xfrm>
            <a:off x="6396154" y="-2852"/>
            <a:ext cx="870898" cy="765976"/>
            <a:chOff x="8524897" y="1142884"/>
            <a:chExt cx="987380" cy="854415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EE0CEB5-214F-4AA3-D067-C0A30893CD52}"/>
                </a:ext>
              </a:extLst>
            </p:cNvPr>
            <p:cNvSpPr/>
            <p:nvPr/>
          </p:nvSpPr>
          <p:spPr>
            <a:xfrm>
              <a:off x="8562271" y="1142884"/>
              <a:ext cx="914212" cy="854415"/>
            </a:xfrm>
            <a:prstGeom prst="ellipse">
              <a:avLst/>
            </a:prstGeom>
            <a:solidFill>
              <a:srgbClr val="3BD25D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42FF041-420D-54FA-313C-73DE2D921B84}"/>
                </a:ext>
              </a:extLst>
            </p:cNvPr>
            <p:cNvSpPr/>
            <p:nvPr/>
          </p:nvSpPr>
          <p:spPr>
            <a:xfrm>
              <a:off x="8740775" y="1320801"/>
              <a:ext cx="555625" cy="434112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D74F6E5-A465-2464-E7F5-69EE5914750B}"/>
                </a:ext>
              </a:extLst>
            </p:cNvPr>
            <p:cNvSpPr/>
            <p:nvPr/>
          </p:nvSpPr>
          <p:spPr>
            <a:xfrm>
              <a:off x="8806337" y="1386212"/>
              <a:ext cx="429491" cy="309713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998B0BD-29BA-0C77-E304-17593EE66A8B}"/>
                </a:ext>
              </a:extLst>
            </p:cNvPr>
            <p:cNvSpPr/>
            <p:nvPr/>
          </p:nvSpPr>
          <p:spPr>
            <a:xfrm>
              <a:off x="8883843" y="1454333"/>
              <a:ext cx="277329" cy="199986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92F9C51D-BCB4-182E-0EB8-0B0136672A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7892" t="53783" r="27625" b="1"/>
            <a:stretch>
              <a:fillRect/>
            </a:stretch>
          </p:blipFill>
          <p:spPr>
            <a:xfrm>
              <a:off x="8657826" y="1363707"/>
              <a:ext cx="701675" cy="499803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E6C0245-47BA-8AAE-BCBB-2BAA9F417083}"/>
                </a:ext>
              </a:extLst>
            </p:cNvPr>
            <p:cNvSpPr txBox="1"/>
            <p:nvPr/>
          </p:nvSpPr>
          <p:spPr>
            <a:xfrm>
              <a:off x="8524897" y="1494587"/>
              <a:ext cx="9873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effectLst>
                    <a:glow rad="63500">
                      <a:schemeClr val="bg1">
                        <a:alpha val="40000"/>
                      </a:schemeClr>
                    </a:glow>
                  </a:effectLst>
                  <a:latin typeface="Source Sans Pro" panose="020B0503030403020204" pitchFamily="34" charset="0"/>
                  <a:ea typeface="Source Sans Pro" panose="020B0503030403020204" pitchFamily="34" charset="0"/>
                </a:rPr>
                <a:t>Spotify</a:t>
              </a:r>
            </a:p>
            <a:p>
              <a:pPr algn="ctr"/>
              <a:r>
                <a:rPr lang="en-US" sz="1200" dirty="0">
                  <a:effectLst>
                    <a:glow rad="63500">
                      <a:schemeClr val="bg1">
                        <a:alpha val="40000"/>
                      </a:schemeClr>
                    </a:glow>
                  </a:effectLst>
                  <a:latin typeface="Source Sans Pro" panose="020B0503030403020204" pitchFamily="34" charset="0"/>
                  <a:ea typeface="Source Sans Pro" panose="020B0503030403020204" pitchFamily="34" charset="0"/>
                </a:rPr>
                <a:t>Data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68B4933-09B0-1A32-6AC4-1D864C263F7A}"/>
              </a:ext>
            </a:extLst>
          </p:cNvPr>
          <p:cNvGrpSpPr/>
          <p:nvPr/>
        </p:nvGrpSpPr>
        <p:grpSpPr>
          <a:xfrm>
            <a:off x="598280" y="3621722"/>
            <a:ext cx="1171442" cy="1358680"/>
            <a:chOff x="984774" y="2991150"/>
            <a:chExt cx="914400" cy="979888"/>
          </a:xfrm>
        </p:grpSpPr>
        <p:pic>
          <p:nvPicPr>
            <p:cNvPr id="36" name="Graphic 35" descr="User with solid fill">
              <a:extLst>
                <a:ext uri="{FF2B5EF4-FFF2-40B4-BE49-F238E27FC236}">
                  <a16:creationId xmlns:a16="http://schemas.microsoft.com/office/drawing/2014/main" id="{07F14756-7E75-DD8C-2C14-2EA5A5563B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4774" y="2991150"/>
              <a:ext cx="914400" cy="9144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91D6321-77BF-89A5-E1EF-64FF8D220E4F}"/>
                </a:ext>
              </a:extLst>
            </p:cNvPr>
            <p:cNvSpPr txBox="1"/>
            <p:nvPr/>
          </p:nvSpPr>
          <p:spPr>
            <a:xfrm>
              <a:off x="984775" y="3754207"/>
              <a:ext cx="867314" cy="216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Participant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20B6C53-017E-C76F-459F-B390B71D6A69}"/>
              </a:ext>
            </a:extLst>
          </p:cNvPr>
          <p:cNvGrpSpPr/>
          <p:nvPr/>
        </p:nvGrpSpPr>
        <p:grpSpPr>
          <a:xfrm>
            <a:off x="3516535" y="744547"/>
            <a:ext cx="1681915" cy="1070834"/>
            <a:chOff x="984774" y="2991150"/>
            <a:chExt cx="1739974" cy="1070834"/>
          </a:xfrm>
        </p:grpSpPr>
        <p:pic>
          <p:nvPicPr>
            <p:cNvPr id="39" name="Graphic 38" descr="User with solid fill">
              <a:extLst>
                <a:ext uri="{FF2B5EF4-FFF2-40B4-BE49-F238E27FC236}">
                  <a16:creationId xmlns:a16="http://schemas.microsoft.com/office/drawing/2014/main" id="{5D870692-D617-8360-109B-9E8987FF2F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84774" y="2991150"/>
              <a:ext cx="914400" cy="91440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746CE5-C747-2E2E-A531-CC42C242F96F}"/>
                </a:ext>
              </a:extLst>
            </p:cNvPr>
            <p:cNvSpPr txBox="1"/>
            <p:nvPr/>
          </p:nvSpPr>
          <p:spPr>
            <a:xfrm>
              <a:off x="984774" y="3754207"/>
              <a:ext cx="17399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Researcher</a:t>
              </a:r>
            </a:p>
          </p:txBody>
        </p:sp>
      </p:grpSp>
      <p:sp>
        <p:nvSpPr>
          <p:cNvPr id="41" name="Right Arrow 40">
            <a:extLst>
              <a:ext uri="{FF2B5EF4-FFF2-40B4-BE49-F238E27FC236}">
                <a16:creationId xmlns:a16="http://schemas.microsoft.com/office/drawing/2014/main" id="{63137302-B3C4-B0F7-F4C9-9F14C8529486}"/>
              </a:ext>
            </a:extLst>
          </p:cNvPr>
          <p:cNvSpPr/>
          <p:nvPr/>
        </p:nvSpPr>
        <p:spPr>
          <a:xfrm rot="16200000">
            <a:off x="5191877" y="1862863"/>
            <a:ext cx="449727" cy="324012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2" name="Display 41">
            <a:extLst>
              <a:ext uri="{FF2B5EF4-FFF2-40B4-BE49-F238E27FC236}">
                <a16:creationId xmlns:a16="http://schemas.microsoft.com/office/drawing/2014/main" id="{C12BEC50-953D-250B-BB74-CD8F361F2C58}"/>
              </a:ext>
            </a:extLst>
          </p:cNvPr>
          <p:cNvSpPr/>
          <p:nvPr/>
        </p:nvSpPr>
        <p:spPr>
          <a:xfrm>
            <a:off x="4893747" y="3599057"/>
            <a:ext cx="1331239" cy="451700"/>
          </a:xfrm>
          <a:prstGeom prst="flowChartDisplay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Viz</a:t>
            </a:r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91592B84-223D-8975-2247-52798D154F32}"/>
              </a:ext>
            </a:extLst>
          </p:cNvPr>
          <p:cNvSpPr/>
          <p:nvPr/>
        </p:nvSpPr>
        <p:spPr>
          <a:xfrm rot="10800000">
            <a:off x="4341818" y="1108958"/>
            <a:ext cx="376045" cy="307777"/>
          </a:xfrm>
          <a:prstGeom prst="rightArrow">
            <a:avLst>
              <a:gd name="adj1" fmla="val 50000"/>
              <a:gd name="adj2" fmla="val 35351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29A2510C-5C52-0272-3542-EBF01FCE0C93}"/>
              </a:ext>
            </a:extLst>
          </p:cNvPr>
          <p:cNvSpPr/>
          <p:nvPr/>
        </p:nvSpPr>
        <p:spPr>
          <a:xfrm rot="18726601">
            <a:off x="1380499" y="3198186"/>
            <a:ext cx="606761" cy="350567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D49CF7-38F1-6055-5F42-EB5B99366071}"/>
              </a:ext>
            </a:extLst>
          </p:cNvPr>
          <p:cNvSpPr txBox="1"/>
          <p:nvPr/>
        </p:nvSpPr>
        <p:spPr>
          <a:xfrm>
            <a:off x="9177644" y="122888"/>
            <a:ext cx="19336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Augment with sensemaking data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58212A-A327-0CD1-6325-5176D3AE9A9C}"/>
              </a:ext>
            </a:extLst>
          </p:cNvPr>
          <p:cNvSpPr txBox="1"/>
          <p:nvPr/>
        </p:nvSpPr>
        <p:spPr>
          <a:xfrm>
            <a:off x="8143361" y="143767"/>
            <a:ext cx="11186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Stage 3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002D2791-71A1-596F-EFA9-B9A0F8C75D37}"/>
              </a:ext>
            </a:extLst>
          </p:cNvPr>
          <p:cNvSpPr/>
          <p:nvPr/>
        </p:nvSpPr>
        <p:spPr>
          <a:xfrm>
            <a:off x="8064823" y="727239"/>
            <a:ext cx="3987477" cy="3755493"/>
          </a:xfrm>
          <a:prstGeom prst="roundRect">
            <a:avLst>
              <a:gd name="adj" fmla="val 7055"/>
            </a:avLst>
          </a:prstGeom>
          <a:noFill/>
          <a:ln w="57150"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id="{000BC328-369A-B96C-CD9D-AA48A1959B73}"/>
              </a:ext>
            </a:extLst>
          </p:cNvPr>
          <p:cNvSpPr/>
          <p:nvPr/>
        </p:nvSpPr>
        <p:spPr>
          <a:xfrm rot="5400000">
            <a:off x="5281887" y="3214471"/>
            <a:ext cx="336460" cy="335917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2D181C4-286E-37B3-6687-3E96C2F4B040}"/>
              </a:ext>
            </a:extLst>
          </p:cNvPr>
          <p:cNvGrpSpPr/>
          <p:nvPr/>
        </p:nvGrpSpPr>
        <p:grpSpPr>
          <a:xfrm>
            <a:off x="10001261" y="898014"/>
            <a:ext cx="1739974" cy="1070834"/>
            <a:chOff x="984774" y="2991150"/>
            <a:chExt cx="1739974" cy="1070834"/>
          </a:xfrm>
        </p:grpSpPr>
        <p:pic>
          <p:nvPicPr>
            <p:cNvPr id="50" name="Graphic 49" descr="User with solid fill">
              <a:extLst>
                <a:ext uri="{FF2B5EF4-FFF2-40B4-BE49-F238E27FC236}">
                  <a16:creationId xmlns:a16="http://schemas.microsoft.com/office/drawing/2014/main" id="{00DC7455-B3BF-AA61-AE3F-F00D219F38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4774" y="2991150"/>
              <a:ext cx="914400" cy="9144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237CE00-0C25-E5B5-FDD7-BD17A7191582}"/>
                </a:ext>
              </a:extLst>
            </p:cNvPr>
            <p:cNvSpPr txBox="1"/>
            <p:nvPr/>
          </p:nvSpPr>
          <p:spPr>
            <a:xfrm>
              <a:off x="984774" y="3754207"/>
              <a:ext cx="17399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Participant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31A908F-0A21-16F2-49C2-3D36FE14A893}"/>
              </a:ext>
            </a:extLst>
          </p:cNvPr>
          <p:cNvGrpSpPr/>
          <p:nvPr/>
        </p:nvGrpSpPr>
        <p:grpSpPr>
          <a:xfrm>
            <a:off x="4583821" y="4653958"/>
            <a:ext cx="2651788" cy="1736473"/>
            <a:chOff x="984774" y="2991149"/>
            <a:chExt cx="1739974" cy="1070835"/>
          </a:xfrm>
        </p:grpSpPr>
        <p:pic>
          <p:nvPicPr>
            <p:cNvPr id="53" name="Graphic 52" descr="Users with solid fill">
              <a:extLst>
                <a:ext uri="{FF2B5EF4-FFF2-40B4-BE49-F238E27FC236}">
                  <a16:creationId xmlns:a16="http://schemas.microsoft.com/office/drawing/2014/main" id="{EB79FF1D-9018-21DE-8EEF-592F8C8033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84774" y="2991149"/>
              <a:ext cx="1038374" cy="103837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30AC87E-DD30-9435-F3FA-17DFBA9C6094}"/>
                </a:ext>
              </a:extLst>
            </p:cNvPr>
            <p:cNvSpPr txBox="1"/>
            <p:nvPr/>
          </p:nvSpPr>
          <p:spPr>
            <a:xfrm>
              <a:off x="984774" y="3754207"/>
              <a:ext cx="17399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Researchers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8721D5F-4165-FF21-9A1A-16194B659AED}"/>
              </a:ext>
            </a:extLst>
          </p:cNvPr>
          <p:cNvGrpSpPr/>
          <p:nvPr/>
        </p:nvGrpSpPr>
        <p:grpSpPr>
          <a:xfrm>
            <a:off x="10737479" y="1604609"/>
            <a:ext cx="1739974" cy="1070834"/>
            <a:chOff x="984774" y="2991150"/>
            <a:chExt cx="1739974" cy="1070834"/>
          </a:xfrm>
        </p:grpSpPr>
        <p:pic>
          <p:nvPicPr>
            <p:cNvPr id="56" name="Graphic 55" descr="User with solid fill">
              <a:extLst>
                <a:ext uri="{FF2B5EF4-FFF2-40B4-BE49-F238E27FC236}">
                  <a16:creationId xmlns:a16="http://schemas.microsoft.com/office/drawing/2014/main" id="{8B8A7173-F163-3A6D-655C-1ED32B210A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84774" y="2991150"/>
              <a:ext cx="914400" cy="914400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18B4D7D-78AF-6E56-3368-F95EB86013C9}"/>
                </a:ext>
              </a:extLst>
            </p:cNvPr>
            <p:cNvSpPr txBox="1"/>
            <p:nvPr/>
          </p:nvSpPr>
          <p:spPr>
            <a:xfrm>
              <a:off x="984774" y="3754207"/>
              <a:ext cx="17399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Researcher</a:t>
              </a:r>
            </a:p>
          </p:txBody>
        </p:sp>
      </p:grpSp>
      <p:sp>
        <p:nvSpPr>
          <p:cNvPr id="58" name="Bent Up Arrow 57">
            <a:extLst>
              <a:ext uri="{FF2B5EF4-FFF2-40B4-BE49-F238E27FC236}">
                <a16:creationId xmlns:a16="http://schemas.microsoft.com/office/drawing/2014/main" id="{F03FC76E-24D6-4F6B-7472-DC1E101B37AC}"/>
              </a:ext>
            </a:extLst>
          </p:cNvPr>
          <p:cNvSpPr/>
          <p:nvPr/>
        </p:nvSpPr>
        <p:spPr>
          <a:xfrm rot="16200000" flipH="1">
            <a:off x="9819154" y="2528506"/>
            <a:ext cx="355500" cy="552400"/>
          </a:xfrm>
          <a:prstGeom prst="bentUpArrow">
            <a:avLst>
              <a:gd name="adj1" fmla="val 33972"/>
              <a:gd name="adj2" fmla="val 25000"/>
              <a:gd name="adj3" fmla="val 27991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EDE78FF4-DC42-C7E8-B662-13DEE03BC371}"/>
              </a:ext>
            </a:extLst>
          </p:cNvPr>
          <p:cNvSpPr/>
          <p:nvPr/>
        </p:nvSpPr>
        <p:spPr>
          <a:xfrm>
            <a:off x="2583561" y="4686688"/>
            <a:ext cx="7848387" cy="2102370"/>
          </a:xfrm>
          <a:prstGeom prst="roundRect">
            <a:avLst>
              <a:gd name="adj" fmla="val 7055"/>
            </a:avLst>
          </a:prstGeom>
          <a:noFill/>
          <a:ln w="57150"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57112B-D867-68E8-FC09-79B482D5F832}"/>
              </a:ext>
            </a:extLst>
          </p:cNvPr>
          <p:cNvSpPr txBox="1"/>
          <p:nvPr/>
        </p:nvSpPr>
        <p:spPr>
          <a:xfrm>
            <a:off x="10734058" y="5101967"/>
            <a:ext cx="19336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Analysis and dissemination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9B28C7-E2C9-A070-D26D-68C1A3A9E3AA}"/>
              </a:ext>
            </a:extLst>
          </p:cNvPr>
          <p:cNvSpPr txBox="1"/>
          <p:nvPr/>
        </p:nvSpPr>
        <p:spPr>
          <a:xfrm>
            <a:off x="10722199" y="4768670"/>
            <a:ext cx="11186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Stage 4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3162ED7-819E-C55B-A107-CA0B721C99A7}"/>
              </a:ext>
            </a:extLst>
          </p:cNvPr>
          <p:cNvGrpSpPr/>
          <p:nvPr/>
        </p:nvGrpSpPr>
        <p:grpSpPr>
          <a:xfrm>
            <a:off x="11313176" y="5798727"/>
            <a:ext cx="870898" cy="765976"/>
            <a:chOff x="8524897" y="1142884"/>
            <a:chExt cx="987380" cy="854415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4ADD419-A63C-3F53-1F58-D1BE22BDDCDF}"/>
                </a:ext>
              </a:extLst>
            </p:cNvPr>
            <p:cNvSpPr/>
            <p:nvPr/>
          </p:nvSpPr>
          <p:spPr>
            <a:xfrm>
              <a:off x="8562271" y="1142884"/>
              <a:ext cx="914212" cy="854415"/>
            </a:xfrm>
            <a:prstGeom prst="ellipse">
              <a:avLst/>
            </a:prstGeom>
            <a:solidFill>
              <a:srgbClr val="3BD25D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511889D5-8F3C-A74D-DDD5-BD08152CC15D}"/>
                </a:ext>
              </a:extLst>
            </p:cNvPr>
            <p:cNvSpPr/>
            <p:nvPr/>
          </p:nvSpPr>
          <p:spPr>
            <a:xfrm>
              <a:off x="8740775" y="1320801"/>
              <a:ext cx="555625" cy="434112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900441F1-3BC7-6A2E-3B7E-E911BD419DE4}"/>
                </a:ext>
              </a:extLst>
            </p:cNvPr>
            <p:cNvSpPr/>
            <p:nvPr/>
          </p:nvSpPr>
          <p:spPr>
            <a:xfrm>
              <a:off x="8806337" y="1386212"/>
              <a:ext cx="429491" cy="309713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70E179F9-CF61-00C1-5C7E-DFBDFF2A8468}"/>
                </a:ext>
              </a:extLst>
            </p:cNvPr>
            <p:cNvSpPr/>
            <p:nvPr/>
          </p:nvSpPr>
          <p:spPr>
            <a:xfrm>
              <a:off x="8883843" y="1454333"/>
              <a:ext cx="277329" cy="199986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7" name="Graphic 66">
              <a:extLst>
                <a:ext uri="{FF2B5EF4-FFF2-40B4-BE49-F238E27FC236}">
                  <a16:creationId xmlns:a16="http://schemas.microsoft.com/office/drawing/2014/main" id="{12AE694A-ACCE-83E9-45AA-A03EB35501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7892" t="53783" r="27625" b="1"/>
            <a:stretch>
              <a:fillRect/>
            </a:stretch>
          </p:blipFill>
          <p:spPr>
            <a:xfrm>
              <a:off x="8657826" y="1363707"/>
              <a:ext cx="701675" cy="499803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04BDB3C-8032-AC83-B85D-77B9B8CDB48B}"/>
                </a:ext>
              </a:extLst>
            </p:cNvPr>
            <p:cNvSpPr txBox="1"/>
            <p:nvPr/>
          </p:nvSpPr>
          <p:spPr>
            <a:xfrm>
              <a:off x="8524897" y="1494587"/>
              <a:ext cx="9873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effectLst>
                    <a:glow rad="63500">
                      <a:schemeClr val="bg1">
                        <a:alpha val="40000"/>
                      </a:schemeClr>
                    </a:glow>
                  </a:effectLst>
                  <a:latin typeface="Source Sans Pro" panose="020B0503030403020204" pitchFamily="34" charset="0"/>
                  <a:ea typeface="Source Sans Pro" panose="020B0503030403020204" pitchFamily="34" charset="0"/>
                </a:rPr>
                <a:t>Spotify</a:t>
              </a:r>
            </a:p>
            <a:p>
              <a:pPr algn="ctr"/>
              <a:r>
                <a:rPr lang="en-US" sz="1200" dirty="0">
                  <a:effectLst>
                    <a:glow rad="63500">
                      <a:schemeClr val="bg1">
                        <a:alpha val="40000"/>
                      </a:schemeClr>
                    </a:glow>
                  </a:effectLst>
                  <a:latin typeface="Source Sans Pro" panose="020B0503030403020204" pitchFamily="34" charset="0"/>
                  <a:ea typeface="Source Sans Pro" panose="020B0503030403020204" pitchFamily="34" charset="0"/>
                </a:rPr>
                <a:t>Data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59EC374-AC52-D238-25CF-364B0388F4B3}"/>
              </a:ext>
            </a:extLst>
          </p:cNvPr>
          <p:cNvGrpSpPr/>
          <p:nvPr/>
        </p:nvGrpSpPr>
        <p:grpSpPr>
          <a:xfrm>
            <a:off x="10629317" y="5801373"/>
            <a:ext cx="870898" cy="765976"/>
            <a:chOff x="8801911" y="3001792"/>
            <a:chExt cx="987380" cy="854415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64168235-3AB8-3921-058B-8AF310CC9B71}"/>
                </a:ext>
              </a:extLst>
            </p:cNvPr>
            <p:cNvSpPr/>
            <p:nvPr/>
          </p:nvSpPr>
          <p:spPr>
            <a:xfrm>
              <a:off x="8838495" y="3001792"/>
              <a:ext cx="914212" cy="854415"/>
            </a:xfrm>
            <a:prstGeom prst="ellipse">
              <a:avLst/>
            </a:prstGeom>
            <a:solidFill>
              <a:srgbClr val="FFD25D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8D61CD8-A941-3BD9-D58C-B9D4E969A885}"/>
                </a:ext>
              </a:extLst>
            </p:cNvPr>
            <p:cNvSpPr txBox="1"/>
            <p:nvPr/>
          </p:nvSpPr>
          <p:spPr>
            <a:xfrm>
              <a:off x="8801911" y="3338132"/>
              <a:ext cx="9873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effectLst>
                    <a:glow rad="63500">
                      <a:schemeClr val="bg1">
                        <a:alpha val="40000"/>
                      </a:schemeClr>
                    </a:glow>
                  </a:effectLst>
                  <a:latin typeface="Source Sans Pro" panose="020B0503030403020204" pitchFamily="34" charset="0"/>
                  <a:ea typeface="Source Sans Pro" panose="020B0503030403020204" pitchFamily="34" charset="0"/>
                </a:rPr>
                <a:t>Interview</a:t>
              </a:r>
            </a:p>
            <a:p>
              <a:pPr algn="ctr"/>
              <a:r>
                <a:rPr lang="en-US" sz="1200" dirty="0">
                  <a:effectLst>
                    <a:glow rad="63500">
                      <a:schemeClr val="bg1">
                        <a:alpha val="40000"/>
                      </a:schemeClr>
                    </a:glow>
                  </a:effectLst>
                  <a:latin typeface="Source Sans Pro" panose="020B0503030403020204" pitchFamily="34" charset="0"/>
                  <a:ea typeface="Source Sans Pro" panose="020B0503030403020204" pitchFamily="34" charset="0"/>
                </a:rPr>
                <a:t>Data</a:t>
              </a:r>
            </a:p>
          </p:txBody>
        </p:sp>
        <p:pic>
          <p:nvPicPr>
            <p:cNvPr id="72" name="Graphic 71" descr="Speech with solid fill">
              <a:extLst>
                <a:ext uri="{FF2B5EF4-FFF2-40B4-BE49-F238E27FC236}">
                  <a16:creationId xmlns:a16="http://schemas.microsoft.com/office/drawing/2014/main" id="{E755E9F5-7CEE-79E9-8413-9990A7E70F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04789" y="3057305"/>
              <a:ext cx="371694" cy="371694"/>
            </a:xfrm>
            <a:prstGeom prst="rect">
              <a:avLst/>
            </a:prstGeom>
          </p:spPr>
        </p:pic>
      </p:grpSp>
      <p:sp>
        <p:nvSpPr>
          <p:cNvPr id="73" name="Right Arrow 72">
            <a:extLst>
              <a:ext uri="{FF2B5EF4-FFF2-40B4-BE49-F238E27FC236}">
                <a16:creationId xmlns:a16="http://schemas.microsoft.com/office/drawing/2014/main" id="{0A473306-FB1B-7E44-7509-FBDFA62555AC}"/>
              </a:ext>
            </a:extLst>
          </p:cNvPr>
          <p:cNvSpPr/>
          <p:nvPr/>
        </p:nvSpPr>
        <p:spPr>
          <a:xfrm rot="5400000">
            <a:off x="7566750" y="4012417"/>
            <a:ext cx="1935928" cy="335917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C40F2E2-02CE-83FF-6673-AF3161BC8D02}"/>
              </a:ext>
            </a:extLst>
          </p:cNvPr>
          <p:cNvSpPr txBox="1"/>
          <p:nvPr/>
        </p:nvSpPr>
        <p:spPr>
          <a:xfrm>
            <a:off x="1581138" y="4124463"/>
            <a:ext cx="388813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Data returned as viz for sensemaking before interview</a:t>
            </a:r>
          </a:p>
        </p:txBody>
      </p:sp>
      <p:sp>
        <p:nvSpPr>
          <p:cNvPr id="75" name="Display 74">
            <a:extLst>
              <a:ext uri="{FF2B5EF4-FFF2-40B4-BE49-F238E27FC236}">
                <a16:creationId xmlns:a16="http://schemas.microsoft.com/office/drawing/2014/main" id="{6D87469C-64D0-A096-EFCF-4DD281CF224A}"/>
              </a:ext>
            </a:extLst>
          </p:cNvPr>
          <p:cNvSpPr/>
          <p:nvPr/>
        </p:nvSpPr>
        <p:spPr>
          <a:xfrm>
            <a:off x="8901012" y="5404455"/>
            <a:ext cx="1331239" cy="451700"/>
          </a:xfrm>
          <a:prstGeom prst="flowChartDisplay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Extract</a:t>
            </a:r>
          </a:p>
        </p:txBody>
      </p:sp>
      <p:sp>
        <p:nvSpPr>
          <p:cNvPr id="76" name="Display 75">
            <a:extLst>
              <a:ext uri="{FF2B5EF4-FFF2-40B4-BE49-F238E27FC236}">
                <a16:creationId xmlns:a16="http://schemas.microsoft.com/office/drawing/2014/main" id="{B6024E03-A369-816F-ECCB-5A7D14637820}"/>
              </a:ext>
            </a:extLst>
          </p:cNvPr>
          <p:cNvSpPr/>
          <p:nvPr/>
        </p:nvSpPr>
        <p:spPr>
          <a:xfrm>
            <a:off x="7914351" y="5209719"/>
            <a:ext cx="1331239" cy="451700"/>
          </a:xfrm>
          <a:prstGeom prst="flowChartDisplay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Viz</a:t>
            </a:r>
          </a:p>
        </p:txBody>
      </p:sp>
      <p:sp>
        <p:nvSpPr>
          <p:cNvPr id="77" name="Right Arrow 76">
            <a:extLst>
              <a:ext uri="{FF2B5EF4-FFF2-40B4-BE49-F238E27FC236}">
                <a16:creationId xmlns:a16="http://schemas.microsoft.com/office/drawing/2014/main" id="{9434B19F-5588-CC07-4B71-66C1AAB2766E}"/>
              </a:ext>
            </a:extLst>
          </p:cNvPr>
          <p:cNvSpPr/>
          <p:nvPr/>
        </p:nvSpPr>
        <p:spPr>
          <a:xfrm rot="16200000">
            <a:off x="8319465" y="1871639"/>
            <a:ext cx="405804" cy="324012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8" name="Magnetic Disk 77">
            <a:extLst>
              <a:ext uri="{FF2B5EF4-FFF2-40B4-BE49-F238E27FC236}">
                <a16:creationId xmlns:a16="http://schemas.microsoft.com/office/drawing/2014/main" id="{97494205-AEEB-3772-A1A1-DD71B2D47A15}"/>
              </a:ext>
            </a:extLst>
          </p:cNvPr>
          <p:cNvSpPr/>
          <p:nvPr/>
        </p:nvSpPr>
        <p:spPr>
          <a:xfrm>
            <a:off x="4876633" y="966403"/>
            <a:ext cx="4811666" cy="867738"/>
          </a:xfrm>
          <a:prstGeom prst="flowChartMagneticDisk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Mediaflux</a:t>
            </a:r>
            <a:endParaRPr lang="en-US" sz="1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9" name="Right Arrow 78">
            <a:extLst>
              <a:ext uri="{FF2B5EF4-FFF2-40B4-BE49-F238E27FC236}">
                <a16:creationId xmlns:a16="http://schemas.microsoft.com/office/drawing/2014/main" id="{5BC1F344-4DB8-18FA-667A-9B294D897F67}"/>
              </a:ext>
            </a:extLst>
          </p:cNvPr>
          <p:cNvSpPr/>
          <p:nvPr/>
        </p:nvSpPr>
        <p:spPr>
          <a:xfrm rot="5050568">
            <a:off x="8254704" y="4101860"/>
            <a:ext cx="2078039" cy="335917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0" name="Right Arrow 79">
            <a:extLst>
              <a:ext uri="{FF2B5EF4-FFF2-40B4-BE49-F238E27FC236}">
                <a16:creationId xmlns:a16="http://schemas.microsoft.com/office/drawing/2014/main" id="{C74BF654-B18B-7259-4775-EFE115E42AB0}"/>
              </a:ext>
            </a:extLst>
          </p:cNvPr>
          <p:cNvSpPr/>
          <p:nvPr/>
        </p:nvSpPr>
        <p:spPr>
          <a:xfrm rot="5203527">
            <a:off x="6288201" y="3297374"/>
            <a:ext cx="437382" cy="335917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1" name="Right Arrow 80">
            <a:extLst>
              <a:ext uri="{FF2B5EF4-FFF2-40B4-BE49-F238E27FC236}">
                <a16:creationId xmlns:a16="http://schemas.microsoft.com/office/drawing/2014/main" id="{39D03F5C-6497-F51D-A643-2453598978A3}"/>
              </a:ext>
            </a:extLst>
          </p:cNvPr>
          <p:cNvSpPr/>
          <p:nvPr/>
        </p:nvSpPr>
        <p:spPr>
          <a:xfrm rot="10800000">
            <a:off x="6068029" y="4968725"/>
            <a:ext cx="407397" cy="362623"/>
          </a:xfrm>
          <a:prstGeom prst="rightArrow">
            <a:avLst>
              <a:gd name="adj1" fmla="val 50000"/>
              <a:gd name="adj2" fmla="val 35351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2" name="Right Arrow 81">
            <a:extLst>
              <a:ext uri="{FF2B5EF4-FFF2-40B4-BE49-F238E27FC236}">
                <a16:creationId xmlns:a16="http://schemas.microsoft.com/office/drawing/2014/main" id="{41545EE1-FA24-97F8-AD65-C042664E18F9}"/>
              </a:ext>
            </a:extLst>
          </p:cNvPr>
          <p:cNvSpPr/>
          <p:nvPr/>
        </p:nvSpPr>
        <p:spPr>
          <a:xfrm rot="10800000">
            <a:off x="6279643" y="5488524"/>
            <a:ext cx="1700310" cy="362623"/>
          </a:xfrm>
          <a:prstGeom prst="rightArrow">
            <a:avLst>
              <a:gd name="adj1" fmla="val 58005"/>
              <a:gd name="adj2" fmla="val 35351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8278963B-3AFE-09AD-ECB1-3DFABC9DA5BF}"/>
              </a:ext>
            </a:extLst>
          </p:cNvPr>
          <p:cNvSpPr/>
          <p:nvPr/>
        </p:nvSpPr>
        <p:spPr>
          <a:xfrm rot="10800000">
            <a:off x="6437742" y="5616278"/>
            <a:ext cx="2528872" cy="374286"/>
          </a:xfrm>
          <a:prstGeom prst="rightArrow">
            <a:avLst>
              <a:gd name="adj1" fmla="val 50000"/>
              <a:gd name="adj2" fmla="val 35351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4" name="Magnetic Disk 83">
            <a:extLst>
              <a:ext uri="{FF2B5EF4-FFF2-40B4-BE49-F238E27FC236}">
                <a16:creationId xmlns:a16="http://schemas.microsoft.com/office/drawing/2014/main" id="{FEC0E2EB-A6B3-FCE2-85B0-7F417111758C}"/>
              </a:ext>
            </a:extLst>
          </p:cNvPr>
          <p:cNvSpPr/>
          <p:nvPr/>
        </p:nvSpPr>
        <p:spPr>
          <a:xfrm>
            <a:off x="6542925" y="4787214"/>
            <a:ext cx="1297682" cy="617241"/>
          </a:xfrm>
          <a:prstGeom prst="flowChartMagneticDisk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Mediaflux</a:t>
            </a:r>
            <a:endParaRPr lang="en-US" sz="1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5" name="Process 84">
            <a:extLst>
              <a:ext uri="{FF2B5EF4-FFF2-40B4-BE49-F238E27FC236}">
                <a16:creationId xmlns:a16="http://schemas.microsoft.com/office/drawing/2014/main" id="{0985DCC7-5BBF-63A7-AD98-507DCE456204}"/>
              </a:ext>
            </a:extLst>
          </p:cNvPr>
          <p:cNvSpPr/>
          <p:nvPr/>
        </p:nvSpPr>
        <p:spPr>
          <a:xfrm>
            <a:off x="3153117" y="5535486"/>
            <a:ext cx="1321273" cy="595275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Analyse</a:t>
            </a:r>
          </a:p>
        </p:txBody>
      </p:sp>
      <p:sp>
        <p:nvSpPr>
          <p:cNvPr id="86" name="Process 85">
            <a:extLst>
              <a:ext uri="{FF2B5EF4-FFF2-40B4-BE49-F238E27FC236}">
                <a16:creationId xmlns:a16="http://schemas.microsoft.com/office/drawing/2014/main" id="{D0F7E41E-8AD7-6767-7FA3-0F78A8C0C8ED}"/>
              </a:ext>
            </a:extLst>
          </p:cNvPr>
          <p:cNvSpPr/>
          <p:nvPr/>
        </p:nvSpPr>
        <p:spPr>
          <a:xfrm>
            <a:off x="9414815" y="1989055"/>
            <a:ext cx="1321273" cy="653542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Transcribe</a:t>
            </a:r>
          </a:p>
        </p:txBody>
      </p:sp>
      <p:sp>
        <p:nvSpPr>
          <p:cNvPr id="87" name="Process 86">
            <a:extLst>
              <a:ext uri="{FF2B5EF4-FFF2-40B4-BE49-F238E27FC236}">
                <a16:creationId xmlns:a16="http://schemas.microsoft.com/office/drawing/2014/main" id="{2DA24331-4814-C495-C4C4-7616A8AA16BF}"/>
              </a:ext>
            </a:extLst>
          </p:cNvPr>
          <p:cNvSpPr/>
          <p:nvPr/>
        </p:nvSpPr>
        <p:spPr>
          <a:xfrm>
            <a:off x="3087798" y="3039225"/>
            <a:ext cx="1080139" cy="654036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Collect</a:t>
            </a:r>
          </a:p>
        </p:txBody>
      </p:sp>
      <p:sp>
        <p:nvSpPr>
          <p:cNvPr id="88" name="Right Arrow 87">
            <a:extLst>
              <a:ext uri="{FF2B5EF4-FFF2-40B4-BE49-F238E27FC236}">
                <a16:creationId xmlns:a16="http://schemas.microsoft.com/office/drawing/2014/main" id="{391411D1-B8BA-C33F-7063-2EBB82079DF4}"/>
              </a:ext>
            </a:extLst>
          </p:cNvPr>
          <p:cNvSpPr/>
          <p:nvPr/>
        </p:nvSpPr>
        <p:spPr>
          <a:xfrm rot="10800000">
            <a:off x="1527559" y="3820043"/>
            <a:ext cx="3302666" cy="439891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9" name="Process 88">
            <a:extLst>
              <a:ext uri="{FF2B5EF4-FFF2-40B4-BE49-F238E27FC236}">
                <a16:creationId xmlns:a16="http://schemas.microsoft.com/office/drawing/2014/main" id="{665378B2-2294-87E5-01A4-15905446099E}"/>
              </a:ext>
            </a:extLst>
          </p:cNvPr>
          <p:cNvSpPr/>
          <p:nvPr/>
        </p:nvSpPr>
        <p:spPr>
          <a:xfrm>
            <a:off x="3153117" y="6236015"/>
            <a:ext cx="7061085" cy="451700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Disseminate</a:t>
            </a:r>
          </a:p>
        </p:txBody>
      </p:sp>
      <p:sp>
        <p:nvSpPr>
          <p:cNvPr id="90" name="Display 89">
            <a:extLst>
              <a:ext uri="{FF2B5EF4-FFF2-40B4-BE49-F238E27FC236}">
                <a16:creationId xmlns:a16="http://schemas.microsoft.com/office/drawing/2014/main" id="{948F3710-5ED9-81A1-C548-63F9525A0120}"/>
              </a:ext>
            </a:extLst>
          </p:cNvPr>
          <p:cNvSpPr/>
          <p:nvPr/>
        </p:nvSpPr>
        <p:spPr>
          <a:xfrm flipH="1">
            <a:off x="3014259" y="4957004"/>
            <a:ext cx="1331239" cy="451700"/>
          </a:xfrm>
          <a:prstGeom prst="flowChartDisplay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Viz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F177BF8-FC21-D3A1-2F4A-E93197308A61}"/>
              </a:ext>
            </a:extLst>
          </p:cNvPr>
          <p:cNvGrpSpPr/>
          <p:nvPr/>
        </p:nvGrpSpPr>
        <p:grpSpPr>
          <a:xfrm>
            <a:off x="10962198" y="32287"/>
            <a:ext cx="870898" cy="765976"/>
            <a:chOff x="8801911" y="3001792"/>
            <a:chExt cx="987380" cy="854415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7AC3ED0E-A267-A758-C29D-3A72632A3296}"/>
                </a:ext>
              </a:extLst>
            </p:cNvPr>
            <p:cNvSpPr/>
            <p:nvPr/>
          </p:nvSpPr>
          <p:spPr>
            <a:xfrm>
              <a:off x="8838495" y="3001792"/>
              <a:ext cx="914212" cy="854415"/>
            </a:xfrm>
            <a:prstGeom prst="ellipse">
              <a:avLst/>
            </a:prstGeom>
            <a:solidFill>
              <a:srgbClr val="FFD25D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2AD6892-78CD-F3AC-5C67-2456E5E4E47D}"/>
                </a:ext>
              </a:extLst>
            </p:cNvPr>
            <p:cNvSpPr txBox="1"/>
            <p:nvPr/>
          </p:nvSpPr>
          <p:spPr>
            <a:xfrm>
              <a:off x="8801911" y="3338132"/>
              <a:ext cx="9873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effectLst>
                    <a:glow rad="63500">
                      <a:schemeClr val="bg1">
                        <a:alpha val="40000"/>
                      </a:schemeClr>
                    </a:glow>
                  </a:effectLst>
                  <a:latin typeface="Source Sans Pro" panose="020B0503030403020204" pitchFamily="34" charset="0"/>
                  <a:ea typeface="Source Sans Pro" panose="020B0503030403020204" pitchFamily="34" charset="0"/>
                </a:rPr>
                <a:t>Interview</a:t>
              </a:r>
            </a:p>
            <a:p>
              <a:pPr algn="ctr"/>
              <a:r>
                <a:rPr lang="en-US" sz="1200" dirty="0">
                  <a:effectLst>
                    <a:glow rad="63500">
                      <a:schemeClr val="bg1">
                        <a:alpha val="40000"/>
                      </a:schemeClr>
                    </a:glow>
                  </a:effectLst>
                  <a:latin typeface="Source Sans Pro" panose="020B0503030403020204" pitchFamily="34" charset="0"/>
                  <a:ea typeface="Source Sans Pro" panose="020B0503030403020204" pitchFamily="34" charset="0"/>
                </a:rPr>
                <a:t>Data</a:t>
              </a:r>
            </a:p>
          </p:txBody>
        </p:sp>
        <p:pic>
          <p:nvPicPr>
            <p:cNvPr id="94" name="Graphic 93" descr="Speech with solid fill">
              <a:extLst>
                <a:ext uri="{FF2B5EF4-FFF2-40B4-BE49-F238E27FC236}">
                  <a16:creationId xmlns:a16="http://schemas.microsoft.com/office/drawing/2014/main" id="{E12319DD-046B-35A4-2285-172C87F4F2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04789" y="3057305"/>
              <a:ext cx="371694" cy="371694"/>
            </a:xfrm>
            <a:prstGeom prst="rect">
              <a:avLst/>
            </a:prstGeom>
          </p:spPr>
        </p:pic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968CF3E-8B67-6D64-0F47-6967870AA01B}"/>
              </a:ext>
            </a:extLst>
          </p:cNvPr>
          <p:cNvGrpSpPr/>
          <p:nvPr/>
        </p:nvGrpSpPr>
        <p:grpSpPr>
          <a:xfrm>
            <a:off x="7969401" y="2434900"/>
            <a:ext cx="567203" cy="556714"/>
            <a:chOff x="8838491" y="3001795"/>
            <a:chExt cx="914211" cy="854416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A408A6F6-25B2-4C5C-BC47-3B3A09589B6E}"/>
                </a:ext>
              </a:extLst>
            </p:cNvPr>
            <p:cNvSpPr/>
            <p:nvPr/>
          </p:nvSpPr>
          <p:spPr>
            <a:xfrm>
              <a:off x="8838491" y="3001795"/>
              <a:ext cx="914211" cy="854416"/>
            </a:xfrm>
            <a:prstGeom prst="ellipse">
              <a:avLst/>
            </a:prstGeom>
            <a:solidFill>
              <a:srgbClr val="FFD25D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7" name="Graphic 96" descr="Speech with solid fill">
              <a:extLst>
                <a:ext uri="{FF2B5EF4-FFF2-40B4-BE49-F238E27FC236}">
                  <a16:creationId xmlns:a16="http://schemas.microsoft.com/office/drawing/2014/main" id="{4AD17CE4-A95A-CD43-D8BA-70CBEB65F0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980586" y="3147545"/>
              <a:ext cx="621505" cy="621503"/>
            </a:xfrm>
            <a:prstGeom prst="rect">
              <a:avLst/>
            </a:prstGeom>
          </p:spPr>
        </p:pic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D8761E6-DBAD-A4E3-5622-0D2BFBB71796}"/>
              </a:ext>
            </a:extLst>
          </p:cNvPr>
          <p:cNvGrpSpPr/>
          <p:nvPr/>
        </p:nvGrpSpPr>
        <p:grpSpPr>
          <a:xfrm>
            <a:off x="5897112" y="2447488"/>
            <a:ext cx="567203" cy="556715"/>
            <a:chOff x="5807949" y="4571290"/>
            <a:chExt cx="876331" cy="850764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49B1A567-62C9-FDF9-D2E1-C6C6BE1C52CE}"/>
                </a:ext>
              </a:extLst>
            </p:cNvPr>
            <p:cNvSpPr/>
            <p:nvPr/>
          </p:nvSpPr>
          <p:spPr>
            <a:xfrm>
              <a:off x="5807949" y="4571290"/>
              <a:ext cx="876331" cy="850764"/>
            </a:xfrm>
            <a:prstGeom prst="ellipse">
              <a:avLst/>
            </a:prstGeom>
            <a:solidFill>
              <a:srgbClr val="3BD25D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7A314E7D-C77F-2C88-A710-1CE9BDE886A6}"/>
                </a:ext>
              </a:extLst>
            </p:cNvPr>
            <p:cNvSpPr/>
            <p:nvPr/>
          </p:nvSpPr>
          <p:spPr>
            <a:xfrm>
              <a:off x="5978452" y="4792312"/>
              <a:ext cx="532602" cy="43225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8CE7F7D9-EB9F-F690-CC18-E5BE06581CAA}"/>
                </a:ext>
              </a:extLst>
            </p:cNvPr>
            <p:cNvSpPr/>
            <p:nvPr/>
          </p:nvSpPr>
          <p:spPr>
            <a:xfrm>
              <a:off x="6041298" y="4857443"/>
              <a:ext cx="411695" cy="30839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A0E444E1-C7A0-934D-E9BA-36B8AA3F3A76}"/>
                </a:ext>
              </a:extLst>
            </p:cNvPr>
            <p:cNvSpPr/>
            <p:nvPr/>
          </p:nvSpPr>
          <p:spPr>
            <a:xfrm>
              <a:off x="6115592" y="4925273"/>
              <a:ext cx="265838" cy="199131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92E0B78-1B3C-ABDA-0C3D-2A26A48D2873}"/>
                </a:ext>
              </a:extLst>
            </p:cNvPr>
            <p:cNvSpPr txBox="1"/>
            <p:nvPr/>
          </p:nvSpPr>
          <p:spPr>
            <a:xfrm>
              <a:off x="5927725" y="4921490"/>
              <a:ext cx="644419" cy="353857"/>
            </a:xfrm>
            <a:custGeom>
              <a:avLst/>
              <a:gdLst>
                <a:gd name="csX0" fmla="*/ 0 w 644419"/>
                <a:gd name="csY0" fmla="*/ 0 h 276999"/>
                <a:gd name="csX1" fmla="*/ 644419 w 644419"/>
                <a:gd name="csY1" fmla="*/ 0 h 276999"/>
                <a:gd name="csX2" fmla="*/ 644419 w 644419"/>
                <a:gd name="csY2" fmla="*/ 276999 h 276999"/>
                <a:gd name="csX3" fmla="*/ 0 w 644419"/>
                <a:gd name="csY3" fmla="*/ 276999 h 276999"/>
                <a:gd name="csX4" fmla="*/ 0 w 644419"/>
                <a:gd name="csY4" fmla="*/ 0 h 276999"/>
                <a:gd name="csX0" fmla="*/ 0 w 644419"/>
                <a:gd name="csY0" fmla="*/ 0 h 276999"/>
                <a:gd name="csX1" fmla="*/ 644419 w 644419"/>
                <a:gd name="csY1" fmla="*/ 0 h 276999"/>
                <a:gd name="csX2" fmla="*/ 644419 w 644419"/>
                <a:gd name="csY2" fmla="*/ 276999 h 276999"/>
                <a:gd name="csX3" fmla="*/ 0 w 644419"/>
                <a:gd name="csY3" fmla="*/ 276999 h 276999"/>
                <a:gd name="csX4" fmla="*/ 0 w 644419"/>
                <a:gd name="csY4" fmla="*/ 0 h 276999"/>
                <a:gd name="csX0" fmla="*/ 0 w 644419"/>
                <a:gd name="csY0" fmla="*/ 0 h 276999"/>
                <a:gd name="csX1" fmla="*/ 644419 w 644419"/>
                <a:gd name="csY1" fmla="*/ 0 h 276999"/>
                <a:gd name="csX2" fmla="*/ 644419 w 644419"/>
                <a:gd name="csY2" fmla="*/ 276999 h 276999"/>
                <a:gd name="csX3" fmla="*/ 0 w 644419"/>
                <a:gd name="csY3" fmla="*/ 276999 h 276999"/>
                <a:gd name="csX4" fmla="*/ 0 w 644419"/>
                <a:gd name="csY4" fmla="*/ 0 h 276999"/>
                <a:gd name="csX0" fmla="*/ 0 w 644419"/>
                <a:gd name="csY0" fmla="*/ 0 h 276999"/>
                <a:gd name="csX1" fmla="*/ 644419 w 644419"/>
                <a:gd name="csY1" fmla="*/ 0 h 276999"/>
                <a:gd name="csX2" fmla="*/ 644419 w 644419"/>
                <a:gd name="csY2" fmla="*/ 276999 h 276999"/>
                <a:gd name="csX3" fmla="*/ 0 w 644419"/>
                <a:gd name="csY3" fmla="*/ 276999 h 276999"/>
                <a:gd name="csX4" fmla="*/ 0 w 644419"/>
                <a:gd name="csY4" fmla="*/ 0 h 276999"/>
                <a:gd name="csX0" fmla="*/ 0 w 644419"/>
                <a:gd name="csY0" fmla="*/ 0 h 330621"/>
                <a:gd name="csX1" fmla="*/ 644419 w 644419"/>
                <a:gd name="csY1" fmla="*/ 0 h 330621"/>
                <a:gd name="csX2" fmla="*/ 644419 w 644419"/>
                <a:gd name="csY2" fmla="*/ 276999 h 330621"/>
                <a:gd name="csX3" fmla="*/ 0 w 644419"/>
                <a:gd name="csY3" fmla="*/ 276999 h 330621"/>
                <a:gd name="csX4" fmla="*/ 0 w 644419"/>
                <a:gd name="csY4" fmla="*/ 0 h 330621"/>
                <a:gd name="csX0" fmla="*/ 0 w 644419"/>
                <a:gd name="csY0" fmla="*/ 0 h 353857"/>
                <a:gd name="csX1" fmla="*/ 644419 w 644419"/>
                <a:gd name="csY1" fmla="*/ 0 h 353857"/>
                <a:gd name="csX2" fmla="*/ 644419 w 644419"/>
                <a:gd name="csY2" fmla="*/ 276999 h 353857"/>
                <a:gd name="csX3" fmla="*/ 0 w 644419"/>
                <a:gd name="csY3" fmla="*/ 276999 h 353857"/>
                <a:gd name="csX4" fmla="*/ 0 w 644419"/>
                <a:gd name="csY4" fmla="*/ 0 h 3538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4419" h="353857">
                  <a:moveTo>
                    <a:pt x="0" y="0"/>
                  </a:moveTo>
                  <a:cubicBezTo>
                    <a:pt x="170356" y="149225"/>
                    <a:pt x="458188" y="120650"/>
                    <a:pt x="644419" y="0"/>
                  </a:cubicBezTo>
                  <a:lnTo>
                    <a:pt x="644419" y="276999"/>
                  </a:lnTo>
                  <a:cubicBezTo>
                    <a:pt x="432788" y="359549"/>
                    <a:pt x="202106" y="397649"/>
                    <a:pt x="0" y="2769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BD25D"/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US" sz="1200" dirty="0"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4C0E61A-B880-08B2-2334-1A8EA3037297}"/>
              </a:ext>
            </a:extLst>
          </p:cNvPr>
          <p:cNvGrpSpPr/>
          <p:nvPr/>
        </p:nvGrpSpPr>
        <p:grpSpPr>
          <a:xfrm>
            <a:off x="7930613" y="1092070"/>
            <a:ext cx="567203" cy="556714"/>
            <a:chOff x="8838491" y="3001795"/>
            <a:chExt cx="914211" cy="854416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A9FF6A54-77AD-EEAD-2EDF-F2B29EC7087A}"/>
                </a:ext>
              </a:extLst>
            </p:cNvPr>
            <p:cNvSpPr/>
            <p:nvPr/>
          </p:nvSpPr>
          <p:spPr>
            <a:xfrm>
              <a:off x="8838491" y="3001795"/>
              <a:ext cx="914211" cy="854416"/>
            </a:xfrm>
            <a:prstGeom prst="ellipse">
              <a:avLst/>
            </a:prstGeom>
            <a:solidFill>
              <a:srgbClr val="FFD25D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6" name="Graphic 105" descr="Speech with solid fill">
              <a:extLst>
                <a:ext uri="{FF2B5EF4-FFF2-40B4-BE49-F238E27FC236}">
                  <a16:creationId xmlns:a16="http://schemas.microsoft.com/office/drawing/2014/main" id="{AE8B39AE-DF98-68FE-353E-7C6DF4D5DD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980586" y="3147545"/>
              <a:ext cx="621505" cy="621503"/>
            </a:xfrm>
            <a:prstGeom prst="rect">
              <a:avLst/>
            </a:prstGeom>
          </p:spPr>
        </p:pic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9808A01-3455-23E0-9334-C6AEA0573D80}"/>
              </a:ext>
            </a:extLst>
          </p:cNvPr>
          <p:cNvGrpSpPr/>
          <p:nvPr/>
        </p:nvGrpSpPr>
        <p:grpSpPr>
          <a:xfrm>
            <a:off x="5858324" y="1104658"/>
            <a:ext cx="567203" cy="556715"/>
            <a:chOff x="5807949" y="4571290"/>
            <a:chExt cx="876331" cy="850764"/>
          </a:xfrm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21ABDD42-C6ED-DDA9-D896-16FD2D7B69C0}"/>
                </a:ext>
              </a:extLst>
            </p:cNvPr>
            <p:cNvSpPr/>
            <p:nvPr/>
          </p:nvSpPr>
          <p:spPr>
            <a:xfrm>
              <a:off x="5807949" y="4571290"/>
              <a:ext cx="876331" cy="850764"/>
            </a:xfrm>
            <a:prstGeom prst="ellipse">
              <a:avLst/>
            </a:prstGeom>
            <a:solidFill>
              <a:srgbClr val="3BD25D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2E4A04D-45FA-CD88-7500-A554FD84D187}"/>
                </a:ext>
              </a:extLst>
            </p:cNvPr>
            <p:cNvSpPr/>
            <p:nvPr/>
          </p:nvSpPr>
          <p:spPr>
            <a:xfrm>
              <a:off x="5978452" y="4792312"/>
              <a:ext cx="532602" cy="43225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17B1FA95-8EC3-FC59-5C7D-FA8B32CEEDC3}"/>
                </a:ext>
              </a:extLst>
            </p:cNvPr>
            <p:cNvSpPr/>
            <p:nvPr/>
          </p:nvSpPr>
          <p:spPr>
            <a:xfrm>
              <a:off x="6041298" y="4857443"/>
              <a:ext cx="411695" cy="30839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92358B87-4490-DFE6-2EF7-871B876A0C9D}"/>
                </a:ext>
              </a:extLst>
            </p:cNvPr>
            <p:cNvSpPr/>
            <p:nvPr/>
          </p:nvSpPr>
          <p:spPr>
            <a:xfrm>
              <a:off x="6115592" y="4925273"/>
              <a:ext cx="265838" cy="199131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7F4681F-8268-B3A0-89B6-0D6325B63FD2}"/>
                </a:ext>
              </a:extLst>
            </p:cNvPr>
            <p:cNvSpPr txBox="1"/>
            <p:nvPr/>
          </p:nvSpPr>
          <p:spPr>
            <a:xfrm>
              <a:off x="5927725" y="4921490"/>
              <a:ext cx="644419" cy="353857"/>
            </a:xfrm>
            <a:custGeom>
              <a:avLst/>
              <a:gdLst>
                <a:gd name="csX0" fmla="*/ 0 w 644419"/>
                <a:gd name="csY0" fmla="*/ 0 h 276999"/>
                <a:gd name="csX1" fmla="*/ 644419 w 644419"/>
                <a:gd name="csY1" fmla="*/ 0 h 276999"/>
                <a:gd name="csX2" fmla="*/ 644419 w 644419"/>
                <a:gd name="csY2" fmla="*/ 276999 h 276999"/>
                <a:gd name="csX3" fmla="*/ 0 w 644419"/>
                <a:gd name="csY3" fmla="*/ 276999 h 276999"/>
                <a:gd name="csX4" fmla="*/ 0 w 644419"/>
                <a:gd name="csY4" fmla="*/ 0 h 276999"/>
                <a:gd name="csX0" fmla="*/ 0 w 644419"/>
                <a:gd name="csY0" fmla="*/ 0 h 276999"/>
                <a:gd name="csX1" fmla="*/ 644419 w 644419"/>
                <a:gd name="csY1" fmla="*/ 0 h 276999"/>
                <a:gd name="csX2" fmla="*/ 644419 w 644419"/>
                <a:gd name="csY2" fmla="*/ 276999 h 276999"/>
                <a:gd name="csX3" fmla="*/ 0 w 644419"/>
                <a:gd name="csY3" fmla="*/ 276999 h 276999"/>
                <a:gd name="csX4" fmla="*/ 0 w 644419"/>
                <a:gd name="csY4" fmla="*/ 0 h 276999"/>
                <a:gd name="csX0" fmla="*/ 0 w 644419"/>
                <a:gd name="csY0" fmla="*/ 0 h 276999"/>
                <a:gd name="csX1" fmla="*/ 644419 w 644419"/>
                <a:gd name="csY1" fmla="*/ 0 h 276999"/>
                <a:gd name="csX2" fmla="*/ 644419 w 644419"/>
                <a:gd name="csY2" fmla="*/ 276999 h 276999"/>
                <a:gd name="csX3" fmla="*/ 0 w 644419"/>
                <a:gd name="csY3" fmla="*/ 276999 h 276999"/>
                <a:gd name="csX4" fmla="*/ 0 w 644419"/>
                <a:gd name="csY4" fmla="*/ 0 h 276999"/>
                <a:gd name="csX0" fmla="*/ 0 w 644419"/>
                <a:gd name="csY0" fmla="*/ 0 h 276999"/>
                <a:gd name="csX1" fmla="*/ 644419 w 644419"/>
                <a:gd name="csY1" fmla="*/ 0 h 276999"/>
                <a:gd name="csX2" fmla="*/ 644419 w 644419"/>
                <a:gd name="csY2" fmla="*/ 276999 h 276999"/>
                <a:gd name="csX3" fmla="*/ 0 w 644419"/>
                <a:gd name="csY3" fmla="*/ 276999 h 276999"/>
                <a:gd name="csX4" fmla="*/ 0 w 644419"/>
                <a:gd name="csY4" fmla="*/ 0 h 276999"/>
                <a:gd name="csX0" fmla="*/ 0 w 644419"/>
                <a:gd name="csY0" fmla="*/ 0 h 330621"/>
                <a:gd name="csX1" fmla="*/ 644419 w 644419"/>
                <a:gd name="csY1" fmla="*/ 0 h 330621"/>
                <a:gd name="csX2" fmla="*/ 644419 w 644419"/>
                <a:gd name="csY2" fmla="*/ 276999 h 330621"/>
                <a:gd name="csX3" fmla="*/ 0 w 644419"/>
                <a:gd name="csY3" fmla="*/ 276999 h 330621"/>
                <a:gd name="csX4" fmla="*/ 0 w 644419"/>
                <a:gd name="csY4" fmla="*/ 0 h 330621"/>
                <a:gd name="csX0" fmla="*/ 0 w 644419"/>
                <a:gd name="csY0" fmla="*/ 0 h 353857"/>
                <a:gd name="csX1" fmla="*/ 644419 w 644419"/>
                <a:gd name="csY1" fmla="*/ 0 h 353857"/>
                <a:gd name="csX2" fmla="*/ 644419 w 644419"/>
                <a:gd name="csY2" fmla="*/ 276999 h 353857"/>
                <a:gd name="csX3" fmla="*/ 0 w 644419"/>
                <a:gd name="csY3" fmla="*/ 276999 h 353857"/>
                <a:gd name="csX4" fmla="*/ 0 w 644419"/>
                <a:gd name="csY4" fmla="*/ 0 h 3538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4419" h="353857">
                  <a:moveTo>
                    <a:pt x="0" y="0"/>
                  </a:moveTo>
                  <a:cubicBezTo>
                    <a:pt x="170356" y="149225"/>
                    <a:pt x="458188" y="120650"/>
                    <a:pt x="644419" y="0"/>
                  </a:cubicBezTo>
                  <a:lnTo>
                    <a:pt x="644419" y="276999"/>
                  </a:lnTo>
                  <a:cubicBezTo>
                    <a:pt x="432788" y="359549"/>
                    <a:pt x="202106" y="397649"/>
                    <a:pt x="0" y="2769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BD25D"/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US" sz="1200" dirty="0"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8FA714E-B2D3-ED18-D85C-CB5CF761ACD5}"/>
              </a:ext>
            </a:extLst>
          </p:cNvPr>
          <p:cNvGrpSpPr/>
          <p:nvPr/>
        </p:nvGrpSpPr>
        <p:grpSpPr>
          <a:xfrm>
            <a:off x="8305955" y="1135517"/>
            <a:ext cx="567203" cy="556715"/>
            <a:chOff x="5807949" y="4571290"/>
            <a:chExt cx="876331" cy="850764"/>
          </a:xfrm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55494E04-BC63-41EE-22AC-903F27B67F86}"/>
                </a:ext>
              </a:extLst>
            </p:cNvPr>
            <p:cNvSpPr/>
            <p:nvPr/>
          </p:nvSpPr>
          <p:spPr>
            <a:xfrm>
              <a:off x="5807949" y="4571290"/>
              <a:ext cx="876331" cy="850764"/>
            </a:xfrm>
            <a:prstGeom prst="ellipse">
              <a:avLst/>
            </a:prstGeom>
            <a:solidFill>
              <a:srgbClr val="3BD25D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770A845B-B233-F314-2F56-CFE42BB78CDA}"/>
                </a:ext>
              </a:extLst>
            </p:cNvPr>
            <p:cNvSpPr/>
            <p:nvPr/>
          </p:nvSpPr>
          <p:spPr>
            <a:xfrm>
              <a:off x="5978452" y="4792312"/>
              <a:ext cx="532602" cy="43225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EACAB27E-9051-C708-2C51-43DEFF60FB06}"/>
                </a:ext>
              </a:extLst>
            </p:cNvPr>
            <p:cNvSpPr/>
            <p:nvPr/>
          </p:nvSpPr>
          <p:spPr>
            <a:xfrm>
              <a:off x="6041298" y="4857443"/>
              <a:ext cx="411695" cy="30839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1BBC0212-12FD-CAB2-613F-1247AB841302}"/>
                </a:ext>
              </a:extLst>
            </p:cNvPr>
            <p:cNvSpPr/>
            <p:nvPr/>
          </p:nvSpPr>
          <p:spPr>
            <a:xfrm>
              <a:off x="6115592" y="4925273"/>
              <a:ext cx="265838" cy="199131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438C42EC-7B70-3217-17B5-C9151302FBA0}"/>
                </a:ext>
              </a:extLst>
            </p:cNvPr>
            <p:cNvSpPr txBox="1"/>
            <p:nvPr/>
          </p:nvSpPr>
          <p:spPr>
            <a:xfrm>
              <a:off x="5927725" y="4921490"/>
              <a:ext cx="644419" cy="353857"/>
            </a:xfrm>
            <a:custGeom>
              <a:avLst/>
              <a:gdLst>
                <a:gd name="csX0" fmla="*/ 0 w 644419"/>
                <a:gd name="csY0" fmla="*/ 0 h 276999"/>
                <a:gd name="csX1" fmla="*/ 644419 w 644419"/>
                <a:gd name="csY1" fmla="*/ 0 h 276999"/>
                <a:gd name="csX2" fmla="*/ 644419 w 644419"/>
                <a:gd name="csY2" fmla="*/ 276999 h 276999"/>
                <a:gd name="csX3" fmla="*/ 0 w 644419"/>
                <a:gd name="csY3" fmla="*/ 276999 h 276999"/>
                <a:gd name="csX4" fmla="*/ 0 w 644419"/>
                <a:gd name="csY4" fmla="*/ 0 h 276999"/>
                <a:gd name="csX0" fmla="*/ 0 w 644419"/>
                <a:gd name="csY0" fmla="*/ 0 h 276999"/>
                <a:gd name="csX1" fmla="*/ 644419 w 644419"/>
                <a:gd name="csY1" fmla="*/ 0 h 276999"/>
                <a:gd name="csX2" fmla="*/ 644419 w 644419"/>
                <a:gd name="csY2" fmla="*/ 276999 h 276999"/>
                <a:gd name="csX3" fmla="*/ 0 w 644419"/>
                <a:gd name="csY3" fmla="*/ 276999 h 276999"/>
                <a:gd name="csX4" fmla="*/ 0 w 644419"/>
                <a:gd name="csY4" fmla="*/ 0 h 276999"/>
                <a:gd name="csX0" fmla="*/ 0 w 644419"/>
                <a:gd name="csY0" fmla="*/ 0 h 276999"/>
                <a:gd name="csX1" fmla="*/ 644419 w 644419"/>
                <a:gd name="csY1" fmla="*/ 0 h 276999"/>
                <a:gd name="csX2" fmla="*/ 644419 w 644419"/>
                <a:gd name="csY2" fmla="*/ 276999 h 276999"/>
                <a:gd name="csX3" fmla="*/ 0 w 644419"/>
                <a:gd name="csY3" fmla="*/ 276999 h 276999"/>
                <a:gd name="csX4" fmla="*/ 0 w 644419"/>
                <a:gd name="csY4" fmla="*/ 0 h 276999"/>
                <a:gd name="csX0" fmla="*/ 0 w 644419"/>
                <a:gd name="csY0" fmla="*/ 0 h 276999"/>
                <a:gd name="csX1" fmla="*/ 644419 w 644419"/>
                <a:gd name="csY1" fmla="*/ 0 h 276999"/>
                <a:gd name="csX2" fmla="*/ 644419 w 644419"/>
                <a:gd name="csY2" fmla="*/ 276999 h 276999"/>
                <a:gd name="csX3" fmla="*/ 0 w 644419"/>
                <a:gd name="csY3" fmla="*/ 276999 h 276999"/>
                <a:gd name="csX4" fmla="*/ 0 w 644419"/>
                <a:gd name="csY4" fmla="*/ 0 h 276999"/>
                <a:gd name="csX0" fmla="*/ 0 w 644419"/>
                <a:gd name="csY0" fmla="*/ 0 h 330621"/>
                <a:gd name="csX1" fmla="*/ 644419 w 644419"/>
                <a:gd name="csY1" fmla="*/ 0 h 330621"/>
                <a:gd name="csX2" fmla="*/ 644419 w 644419"/>
                <a:gd name="csY2" fmla="*/ 276999 h 330621"/>
                <a:gd name="csX3" fmla="*/ 0 w 644419"/>
                <a:gd name="csY3" fmla="*/ 276999 h 330621"/>
                <a:gd name="csX4" fmla="*/ 0 w 644419"/>
                <a:gd name="csY4" fmla="*/ 0 h 330621"/>
                <a:gd name="csX0" fmla="*/ 0 w 644419"/>
                <a:gd name="csY0" fmla="*/ 0 h 353857"/>
                <a:gd name="csX1" fmla="*/ 644419 w 644419"/>
                <a:gd name="csY1" fmla="*/ 0 h 353857"/>
                <a:gd name="csX2" fmla="*/ 644419 w 644419"/>
                <a:gd name="csY2" fmla="*/ 276999 h 353857"/>
                <a:gd name="csX3" fmla="*/ 0 w 644419"/>
                <a:gd name="csY3" fmla="*/ 276999 h 353857"/>
                <a:gd name="csX4" fmla="*/ 0 w 644419"/>
                <a:gd name="csY4" fmla="*/ 0 h 3538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4419" h="353857">
                  <a:moveTo>
                    <a:pt x="0" y="0"/>
                  </a:moveTo>
                  <a:cubicBezTo>
                    <a:pt x="170356" y="149225"/>
                    <a:pt x="458188" y="120650"/>
                    <a:pt x="644419" y="0"/>
                  </a:cubicBezTo>
                  <a:lnTo>
                    <a:pt x="644419" y="276999"/>
                  </a:lnTo>
                  <a:cubicBezTo>
                    <a:pt x="432788" y="359549"/>
                    <a:pt x="202106" y="397649"/>
                    <a:pt x="0" y="2769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BD25D"/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US" sz="1200" dirty="0"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5B0B22D-AE45-E6C5-9CB9-A25862609DDF}"/>
              </a:ext>
            </a:extLst>
          </p:cNvPr>
          <p:cNvGrpSpPr/>
          <p:nvPr/>
        </p:nvGrpSpPr>
        <p:grpSpPr>
          <a:xfrm>
            <a:off x="7933734" y="1087907"/>
            <a:ext cx="567203" cy="556714"/>
            <a:chOff x="8838491" y="3001795"/>
            <a:chExt cx="914211" cy="854416"/>
          </a:xfrm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DAAED4C-C1F2-0DB7-2829-703C46AD937D}"/>
                </a:ext>
              </a:extLst>
            </p:cNvPr>
            <p:cNvSpPr/>
            <p:nvPr/>
          </p:nvSpPr>
          <p:spPr>
            <a:xfrm>
              <a:off x="8838491" y="3001795"/>
              <a:ext cx="914211" cy="854416"/>
            </a:xfrm>
            <a:prstGeom prst="ellipse">
              <a:avLst/>
            </a:prstGeom>
            <a:solidFill>
              <a:srgbClr val="FFD25D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1" name="Graphic 120" descr="Speech with solid fill">
              <a:extLst>
                <a:ext uri="{FF2B5EF4-FFF2-40B4-BE49-F238E27FC236}">
                  <a16:creationId xmlns:a16="http://schemas.microsoft.com/office/drawing/2014/main" id="{BE56F6F6-E86E-EFFE-F773-B233759BCA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980586" y="3147545"/>
              <a:ext cx="621505" cy="621503"/>
            </a:xfrm>
            <a:prstGeom prst="rect">
              <a:avLst/>
            </a:prstGeom>
          </p:spPr>
        </p:pic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B261720-39A9-D31B-E065-EF8C67881217}"/>
              </a:ext>
            </a:extLst>
          </p:cNvPr>
          <p:cNvGrpSpPr/>
          <p:nvPr/>
        </p:nvGrpSpPr>
        <p:grpSpPr>
          <a:xfrm>
            <a:off x="7042887" y="5503020"/>
            <a:ext cx="567203" cy="556715"/>
            <a:chOff x="5807949" y="4571290"/>
            <a:chExt cx="876331" cy="850764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048841FD-23E4-6C73-FFF9-9EA8C1FEB262}"/>
                </a:ext>
              </a:extLst>
            </p:cNvPr>
            <p:cNvSpPr/>
            <p:nvPr/>
          </p:nvSpPr>
          <p:spPr>
            <a:xfrm>
              <a:off x="5807949" y="4571290"/>
              <a:ext cx="876331" cy="850764"/>
            </a:xfrm>
            <a:prstGeom prst="ellipse">
              <a:avLst/>
            </a:prstGeom>
            <a:solidFill>
              <a:srgbClr val="3BD25D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D85673B4-E0A6-CA35-6D8F-492258E00ACF}"/>
                </a:ext>
              </a:extLst>
            </p:cNvPr>
            <p:cNvSpPr/>
            <p:nvPr/>
          </p:nvSpPr>
          <p:spPr>
            <a:xfrm>
              <a:off x="5978452" y="4792312"/>
              <a:ext cx="532602" cy="43225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019FE703-80BE-A144-B1BD-762C594A8AB1}"/>
                </a:ext>
              </a:extLst>
            </p:cNvPr>
            <p:cNvSpPr/>
            <p:nvPr/>
          </p:nvSpPr>
          <p:spPr>
            <a:xfrm>
              <a:off x="6041298" y="4857443"/>
              <a:ext cx="411695" cy="30839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F909913A-81F2-5B2E-2C07-89A85F29937E}"/>
                </a:ext>
              </a:extLst>
            </p:cNvPr>
            <p:cNvSpPr/>
            <p:nvPr/>
          </p:nvSpPr>
          <p:spPr>
            <a:xfrm>
              <a:off x="6115592" y="4925273"/>
              <a:ext cx="265838" cy="199131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04A6F008-D833-73AA-61C0-3E966BD023A5}"/>
                </a:ext>
              </a:extLst>
            </p:cNvPr>
            <p:cNvSpPr txBox="1"/>
            <p:nvPr/>
          </p:nvSpPr>
          <p:spPr>
            <a:xfrm>
              <a:off x="5927725" y="4921490"/>
              <a:ext cx="644419" cy="353857"/>
            </a:xfrm>
            <a:custGeom>
              <a:avLst/>
              <a:gdLst>
                <a:gd name="csX0" fmla="*/ 0 w 644419"/>
                <a:gd name="csY0" fmla="*/ 0 h 276999"/>
                <a:gd name="csX1" fmla="*/ 644419 w 644419"/>
                <a:gd name="csY1" fmla="*/ 0 h 276999"/>
                <a:gd name="csX2" fmla="*/ 644419 w 644419"/>
                <a:gd name="csY2" fmla="*/ 276999 h 276999"/>
                <a:gd name="csX3" fmla="*/ 0 w 644419"/>
                <a:gd name="csY3" fmla="*/ 276999 h 276999"/>
                <a:gd name="csX4" fmla="*/ 0 w 644419"/>
                <a:gd name="csY4" fmla="*/ 0 h 276999"/>
                <a:gd name="csX0" fmla="*/ 0 w 644419"/>
                <a:gd name="csY0" fmla="*/ 0 h 276999"/>
                <a:gd name="csX1" fmla="*/ 644419 w 644419"/>
                <a:gd name="csY1" fmla="*/ 0 h 276999"/>
                <a:gd name="csX2" fmla="*/ 644419 w 644419"/>
                <a:gd name="csY2" fmla="*/ 276999 h 276999"/>
                <a:gd name="csX3" fmla="*/ 0 w 644419"/>
                <a:gd name="csY3" fmla="*/ 276999 h 276999"/>
                <a:gd name="csX4" fmla="*/ 0 w 644419"/>
                <a:gd name="csY4" fmla="*/ 0 h 276999"/>
                <a:gd name="csX0" fmla="*/ 0 w 644419"/>
                <a:gd name="csY0" fmla="*/ 0 h 276999"/>
                <a:gd name="csX1" fmla="*/ 644419 w 644419"/>
                <a:gd name="csY1" fmla="*/ 0 h 276999"/>
                <a:gd name="csX2" fmla="*/ 644419 w 644419"/>
                <a:gd name="csY2" fmla="*/ 276999 h 276999"/>
                <a:gd name="csX3" fmla="*/ 0 w 644419"/>
                <a:gd name="csY3" fmla="*/ 276999 h 276999"/>
                <a:gd name="csX4" fmla="*/ 0 w 644419"/>
                <a:gd name="csY4" fmla="*/ 0 h 276999"/>
                <a:gd name="csX0" fmla="*/ 0 w 644419"/>
                <a:gd name="csY0" fmla="*/ 0 h 276999"/>
                <a:gd name="csX1" fmla="*/ 644419 w 644419"/>
                <a:gd name="csY1" fmla="*/ 0 h 276999"/>
                <a:gd name="csX2" fmla="*/ 644419 w 644419"/>
                <a:gd name="csY2" fmla="*/ 276999 h 276999"/>
                <a:gd name="csX3" fmla="*/ 0 w 644419"/>
                <a:gd name="csY3" fmla="*/ 276999 h 276999"/>
                <a:gd name="csX4" fmla="*/ 0 w 644419"/>
                <a:gd name="csY4" fmla="*/ 0 h 276999"/>
                <a:gd name="csX0" fmla="*/ 0 w 644419"/>
                <a:gd name="csY0" fmla="*/ 0 h 330621"/>
                <a:gd name="csX1" fmla="*/ 644419 w 644419"/>
                <a:gd name="csY1" fmla="*/ 0 h 330621"/>
                <a:gd name="csX2" fmla="*/ 644419 w 644419"/>
                <a:gd name="csY2" fmla="*/ 276999 h 330621"/>
                <a:gd name="csX3" fmla="*/ 0 w 644419"/>
                <a:gd name="csY3" fmla="*/ 276999 h 330621"/>
                <a:gd name="csX4" fmla="*/ 0 w 644419"/>
                <a:gd name="csY4" fmla="*/ 0 h 330621"/>
                <a:gd name="csX0" fmla="*/ 0 w 644419"/>
                <a:gd name="csY0" fmla="*/ 0 h 353857"/>
                <a:gd name="csX1" fmla="*/ 644419 w 644419"/>
                <a:gd name="csY1" fmla="*/ 0 h 353857"/>
                <a:gd name="csX2" fmla="*/ 644419 w 644419"/>
                <a:gd name="csY2" fmla="*/ 276999 h 353857"/>
                <a:gd name="csX3" fmla="*/ 0 w 644419"/>
                <a:gd name="csY3" fmla="*/ 276999 h 353857"/>
                <a:gd name="csX4" fmla="*/ 0 w 644419"/>
                <a:gd name="csY4" fmla="*/ 0 h 3538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4419" h="353857">
                  <a:moveTo>
                    <a:pt x="0" y="0"/>
                  </a:moveTo>
                  <a:cubicBezTo>
                    <a:pt x="170356" y="149225"/>
                    <a:pt x="458188" y="120650"/>
                    <a:pt x="644419" y="0"/>
                  </a:cubicBezTo>
                  <a:lnTo>
                    <a:pt x="644419" y="276999"/>
                  </a:lnTo>
                  <a:cubicBezTo>
                    <a:pt x="432788" y="359549"/>
                    <a:pt x="202106" y="397649"/>
                    <a:pt x="0" y="2769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BD25D"/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US" sz="1200" dirty="0"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D88CB31-1269-93B3-E715-6121D887C92C}"/>
              </a:ext>
            </a:extLst>
          </p:cNvPr>
          <p:cNvGrpSpPr/>
          <p:nvPr/>
        </p:nvGrpSpPr>
        <p:grpSpPr>
          <a:xfrm>
            <a:off x="6670666" y="5455410"/>
            <a:ext cx="567203" cy="556714"/>
            <a:chOff x="8838491" y="3001795"/>
            <a:chExt cx="914211" cy="854416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59553FAA-04F4-4197-4F5C-EDB9D0AF87DE}"/>
                </a:ext>
              </a:extLst>
            </p:cNvPr>
            <p:cNvSpPr/>
            <p:nvPr/>
          </p:nvSpPr>
          <p:spPr>
            <a:xfrm>
              <a:off x="8838491" y="3001795"/>
              <a:ext cx="914211" cy="854416"/>
            </a:xfrm>
            <a:prstGeom prst="ellipse">
              <a:avLst/>
            </a:prstGeom>
            <a:solidFill>
              <a:srgbClr val="FFD25D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0" name="Graphic 129" descr="Speech with solid fill">
              <a:extLst>
                <a:ext uri="{FF2B5EF4-FFF2-40B4-BE49-F238E27FC236}">
                  <a16:creationId xmlns:a16="http://schemas.microsoft.com/office/drawing/2014/main" id="{A200ECD3-A1D2-10D0-5071-9E5B1577FB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980586" y="3147545"/>
              <a:ext cx="621505" cy="621503"/>
            </a:xfrm>
            <a:prstGeom prst="rect">
              <a:avLst/>
            </a:prstGeom>
          </p:spPr>
        </p:pic>
      </p:grp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0C273F7-04AB-DB36-764C-125777EE5E09}"/>
              </a:ext>
            </a:extLst>
          </p:cNvPr>
          <p:cNvSpPr/>
          <p:nvPr/>
        </p:nvSpPr>
        <p:spPr>
          <a:xfrm>
            <a:off x="10710087" y="3342708"/>
            <a:ext cx="1019666" cy="987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D21E57B1-55FD-81BE-EB6F-F6F1B5A8A2F7}"/>
              </a:ext>
            </a:extLst>
          </p:cNvPr>
          <p:cNvGrpSpPr/>
          <p:nvPr/>
        </p:nvGrpSpPr>
        <p:grpSpPr>
          <a:xfrm>
            <a:off x="152449" y="221981"/>
            <a:ext cx="801770" cy="688967"/>
            <a:chOff x="10402002" y="3185722"/>
            <a:chExt cx="954242" cy="917010"/>
          </a:xfrm>
        </p:grpSpPr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8E399F75-3CEF-4E4D-4992-C9BEC0DE166A}"/>
                </a:ext>
              </a:extLst>
            </p:cNvPr>
            <p:cNvSpPr/>
            <p:nvPr/>
          </p:nvSpPr>
          <p:spPr>
            <a:xfrm>
              <a:off x="10402002" y="3185722"/>
              <a:ext cx="954242" cy="917010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3BD2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8963D527-5B45-6751-8893-637E7C03F64B}"/>
                </a:ext>
              </a:extLst>
            </p:cNvPr>
            <p:cNvGrpSpPr/>
            <p:nvPr/>
          </p:nvGrpSpPr>
          <p:grpSpPr>
            <a:xfrm>
              <a:off x="10774988" y="3372511"/>
              <a:ext cx="567203" cy="556715"/>
              <a:chOff x="5788327" y="4571290"/>
              <a:chExt cx="876331" cy="850764"/>
            </a:xfrm>
          </p:grpSpPr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ED58D69C-6BA5-73F3-4A17-34C9ED0FDDDE}"/>
                  </a:ext>
                </a:extLst>
              </p:cNvPr>
              <p:cNvSpPr/>
              <p:nvPr/>
            </p:nvSpPr>
            <p:spPr>
              <a:xfrm>
                <a:off x="5788327" y="4571290"/>
                <a:ext cx="876331" cy="850764"/>
              </a:xfrm>
              <a:prstGeom prst="ellipse">
                <a:avLst/>
              </a:prstGeom>
              <a:solidFill>
                <a:srgbClr val="3BD25D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C3C353DE-5F2C-AA0D-57D4-1191934F8CFC}"/>
                  </a:ext>
                </a:extLst>
              </p:cNvPr>
              <p:cNvSpPr/>
              <p:nvPr/>
            </p:nvSpPr>
            <p:spPr>
              <a:xfrm>
                <a:off x="5978452" y="4792312"/>
                <a:ext cx="532602" cy="43225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C9921AA1-5AEA-A0A2-3D03-44671AEF41A4}"/>
                  </a:ext>
                </a:extLst>
              </p:cNvPr>
              <p:cNvSpPr/>
              <p:nvPr/>
            </p:nvSpPr>
            <p:spPr>
              <a:xfrm>
                <a:off x="6041298" y="4857443"/>
                <a:ext cx="411695" cy="308390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B505EC66-6DCE-BD02-F7FF-5E05682262D2}"/>
                  </a:ext>
                </a:extLst>
              </p:cNvPr>
              <p:cNvSpPr/>
              <p:nvPr/>
            </p:nvSpPr>
            <p:spPr>
              <a:xfrm>
                <a:off x="6115592" y="4925273"/>
                <a:ext cx="265838" cy="199131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54A4380D-CD2B-23DB-7E8E-6646BB2BBFF6}"/>
                  </a:ext>
                </a:extLst>
              </p:cNvPr>
              <p:cNvSpPr txBox="1"/>
              <p:nvPr/>
            </p:nvSpPr>
            <p:spPr>
              <a:xfrm>
                <a:off x="5927725" y="4921490"/>
                <a:ext cx="644419" cy="353857"/>
              </a:xfrm>
              <a:custGeom>
                <a:avLst/>
                <a:gdLst>
                  <a:gd name="csX0" fmla="*/ 0 w 644419"/>
                  <a:gd name="csY0" fmla="*/ 0 h 276999"/>
                  <a:gd name="csX1" fmla="*/ 644419 w 644419"/>
                  <a:gd name="csY1" fmla="*/ 0 h 276999"/>
                  <a:gd name="csX2" fmla="*/ 644419 w 644419"/>
                  <a:gd name="csY2" fmla="*/ 276999 h 276999"/>
                  <a:gd name="csX3" fmla="*/ 0 w 644419"/>
                  <a:gd name="csY3" fmla="*/ 276999 h 276999"/>
                  <a:gd name="csX4" fmla="*/ 0 w 644419"/>
                  <a:gd name="csY4" fmla="*/ 0 h 276999"/>
                  <a:gd name="csX0" fmla="*/ 0 w 644419"/>
                  <a:gd name="csY0" fmla="*/ 0 h 276999"/>
                  <a:gd name="csX1" fmla="*/ 644419 w 644419"/>
                  <a:gd name="csY1" fmla="*/ 0 h 276999"/>
                  <a:gd name="csX2" fmla="*/ 644419 w 644419"/>
                  <a:gd name="csY2" fmla="*/ 276999 h 276999"/>
                  <a:gd name="csX3" fmla="*/ 0 w 644419"/>
                  <a:gd name="csY3" fmla="*/ 276999 h 276999"/>
                  <a:gd name="csX4" fmla="*/ 0 w 644419"/>
                  <a:gd name="csY4" fmla="*/ 0 h 276999"/>
                  <a:gd name="csX0" fmla="*/ 0 w 644419"/>
                  <a:gd name="csY0" fmla="*/ 0 h 276999"/>
                  <a:gd name="csX1" fmla="*/ 644419 w 644419"/>
                  <a:gd name="csY1" fmla="*/ 0 h 276999"/>
                  <a:gd name="csX2" fmla="*/ 644419 w 644419"/>
                  <a:gd name="csY2" fmla="*/ 276999 h 276999"/>
                  <a:gd name="csX3" fmla="*/ 0 w 644419"/>
                  <a:gd name="csY3" fmla="*/ 276999 h 276999"/>
                  <a:gd name="csX4" fmla="*/ 0 w 644419"/>
                  <a:gd name="csY4" fmla="*/ 0 h 276999"/>
                  <a:gd name="csX0" fmla="*/ 0 w 644419"/>
                  <a:gd name="csY0" fmla="*/ 0 h 276999"/>
                  <a:gd name="csX1" fmla="*/ 644419 w 644419"/>
                  <a:gd name="csY1" fmla="*/ 0 h 276999"/>
                  <a:gd name="csX2" fmla="*/ 644419 w 644419"/>
                  <a:gd name="csY2" fmla="*/ 276999 h 276999"/>
                  <a:gd name="csX3" fmla="*/ 0 w 644419"/>
                  <a:gd name="csY3" fmla="*/ 276999 h 276999"/>
                  <a:gd name="csX4" fmla="*/ 0 w 644419"/>
                  <a:gd name="csY4" fmla="*/ 0 h 276999"/>
                  <a:gd name="csX0" fmla="*/ 0 w 644419"/>
                  <a:gd name="csY0" fmla="*/ 0 h 330621"/>
                  <a:gd name="csX1" fmla="*/ 644419 w 644419"/>
                  <a:gd name="csY1" fmla="*/ 0 h 330621"/>
                  <a:gd name="csX2" fmla="*/ 644419 w 644419"/>
                  <a:gd name="csY2" fmla="*/ 276999 h 330621"/>
                  <a:gd name="csX3" fmla="*/ 0 w 644419"/>
                  <a:gd name="csY3" fmla="*/ 276999 h 330621"/>
                  <a:gd name="csX4" fmla="*/ 0 w 644419"/>
                  <a:gd name="csY4" fmla="*/ 0 h 330621"/>
                  <a:gd name="csX0" fmla="*/ 0 w 644419"/>
                  <a:gd name="csY0" fmla="*/ 0 h 353857"/>
                  <a:gd name="csX1" fmla="*/ 644419 w 644419"/>
                  <a:gd name="csY1" fmla="*/ 0 h 353857"/>
                  <a:gd name="csX2" fmla="*/ 644419 w 644419"/>
                  <a:gd name="csY2" fmla="*/ 276999 h 353857"/>
                  <a:gd name="csX3" fmla="*/ 0 w 644419"/>
                  <a:gd name="csY3" fmla="*/ 276999 h 353857"/>
                  <a:gd name="csX4" fmla="*/ 0 w 644419"/>
                  <a:gd name="csY4" fmla="*/ 0 h 3538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644419" h="353857">
                    <a:moveTo>
                      <a:pt x="0" y="0"/>
                    </a:moveTo>
                    <a:cubicBezTo>
                      <a:pt x="170356" y="149225"/>
                      <a:pt x="458188" y="120650"/>
                      <a:pt x="644419" y="0"/>
                    </a:cubicBezTo>
                    <a:lnTo>
                      <a:pt x="644419" y="276999"/>
                    </a:lnTo>
                    <a:cubicBezTo>
                      <a:pt x="432788" y="359549"/>
                      <a:pt x="202106" y="397649"/>
                      <a:pt x="0" y="27699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BD25D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200" dirty="0">
                  <a:effectLst>
                    <a:glow rad="63500">
                      <a:schemeClr val="bg1">
                        <a:alpha val="40000"/>
                      </a:schemeClr>
                    </a:glow>
                  </a:effectLst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36AE9608-4EBD-0D88-718B-4E3DDD3F2A96}"/>
                </a:ext>
              </a:extLst>
            </p:cNvPr>
            <p:cNvGrpSpPr/>
            <p:nvPr/>
          </p:nvGrpSpPr>
          <p:grpSpPr>
            <a:xfrm>
              <a:off x="10409411" y="3367293"/>
              <a:ext cx="567203" cy="556714"/>
              <a:chOff x="8838491" y="3001795"/>
              <a:chExt cx="914211" cy="854416"/>
            </a:xfrm>
          </p:grpSpPr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2734545C-92F2-3C30-A17D-F14DB0F345A9}"/>
                  </a:ext>
                </a:extLst>
              </p:cNvPr>
              <p:cNvSpPr/>
              <p:nvPr/>
            </p:nvSpPr>
            <p:spPr>
              <a:xfrm>
                <a:off x="8838491" y="3001795"/>
                <a:ext cx="914211" cy="854416"/>
              </a:xfrm>
              <a:prstGeom prst="ellipse">
                <a:avLst/>
              </a:prstGeom>
              <a:solidFill>
                <a:srgbClr val="FFD25D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38" name="Graphic 137" descr="Speech with solid fill">
                <a:extLst>
                  <a:ext uri="{FF2B5EF4-FFF2-40B4-BE49-F238E27FC236}">
                    <a16:creationId xmlns:a16="http://schemas.microsoft.com/office/drawing/2014/main" id="{055FDE9D-8A9C-2935-8AE4-C922CF03F5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980586" y="3147545"/>
                <a:ext cx="621505" cy="621503"/>
              </a:xfrm>
              <a:prstGeom prst="rect">
                <a:avLst/>
              </a:prstGeom>
            </p:spPr>
          </p:pic>
        </p:grpSp>
        <p:pic>
          <p:nvPicPr>
            <p:cNvPr id="136" name="Graphic 135" descr="Voice outline">
              <a:extLst>
                <a:ext uri="{FF2B5EF4-FFF2-40B4-BE49-F238E27FC236}">
                  <a16:creationId xmlns:a16="http://schemas.microsoft.com/office/drawing/2014/main" id="{79838FA1-71CF-6EE9-50DD-B920B74808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707935" y="3843766"/>
              <a:ext cx="376498" cy="237779"/>
            </a:xfrm>
            <a:prstGeom prst="rect">
              <a:avLst/>
            </a:prstGeom>
          </p:spPr>
        </p:pic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EA1A4A82-932B-4A97-3895-99E87F7D6031}"/>
              </a:ext>
            </a:extLst>
          </p:cNvPr>
          <p:cNvSpPr txBox="1"/>
          <p:nvPr/>
        </p:nvSpPr>
        <p:spPr>
          <a:xfrm>
            <a:off x="895736" y="25460"/>
            <a:ext cx="2548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SPOTIFY  </a:t>
            </a:r>
          </a:p>
          <a:p>
            <a:r>
              <a:rPr lang="en-US" sz="2400" b="1" dirty="0"/>
              <a:t>  UNWRAPPED</a:t>
            </a:r>
          </a:p>
        </p:txBody>
      </p:sp>
      <p:sp>
        <p:nvSpPr>
          <p:cNvPr id="145" name="Magnetic Disk 144">
            <a:extLst>
              <a:ext uri="{FF2B5EF4-FFF2-40B4-BE49-F238E27FC236}">
                <a16:creationId xmlns:a16="http://schemas.microsoft.com/office/drawing/2014/main" id="{AE654BE4-CECF-2769-E251-91C596C45126}"/>
              </a:ext>
            </a:extLst>
          </p:cNvPr>
          <p:cNvSpPr/>
          <p:nvPr/>
        </p:nvSpPr>
        <p:spPr>
          <a:xfrm>
            <a:off x="242977" y="5687660"/>
            <a:ext cx="309949" cy="230719"/>
          </a:xfrm>
          <a:prstGeom prst="flowChartMagneticDisk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C5353208-2134-7902-BF70-6A41E933D84F}"/>
              </a:ext>
            </a:extLst>
          </p:cNvPr>
          <p:cNvSpPr/>
          <p:nvPr/>
        </p:nvSpPr>
        <p:spPr>
          <a:xfrm>
            <a:off x="84126" y="5305949"/>
            <a:ext cx="1675568" cy="1483110"/>
          </a:xfrm>
          <a:prstGeom prst="round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6034F00-66A4-A7CD-3CD0-22AB1C540226}"/>
              </a:ext>
            </a:extLst>
          </p:cNvPr>
          <p:cNvSpPr txBox="1"/>
          <p:nvPr/>
        </p:nvSpPr>
        <p:spPr>
          <a:xfrm>
            <a:off x="668646" y="5344997"/>
            <a:ext cx="9986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Stakeholder</a:t>
            </a:r>
          </a:p>
        </p:txBody>
      </p:sp>
      <p:sp>
        <p:nvSpPr>
          <p:cNvPr id="148" name="Right Arrow 147">
            <a:extLst>
              <a:ext uri="{FF2B5EF4-FFF2-40B4-BE49-F238E27FC236}">
                <a16:creationId xmlns:a16="http://schemas.microsoft.com/office/drawing/2014/main" id="{3D5B4482-218D-88DC-699A-D0D9396CB179}"/>
              </a:ext>
            </a:extLst>
          </p:cNvPr>
          <p:cNvSpPr/>
          <p:nvPr/>
        </p:nvSpPr>
        <p:spPr>
          <a:xfrm>
            <a:off x="242976" y="5968172"/>
            <a:ext cx="309950" cy="230718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0C225518-A8A5-B194-3B25-ADBA570C07C3}"/>
              </a:ext>
            </a:extLst>
          </p:cNvPr>
          <p:cNvSpPr txBox="1"/>
          <p:nvPr/>
        </p:nvSpPr>
        <p:spPr>
          <a:xfrm>
            <a:off x="668646" y="5915334"/>
            <a:ext cx="9986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flow</a:t>
            </a:r>
          </a:p>
        </p:txBody>
      </p:sp>
      <p:sp>
        <p:nvSpPr>
          <p:cNvPr id="150" name="Process 149">
            <a:extLst>
              <a:ext uri="{FF2B5EF4-FFF2-40B4-BE49-F238E27FC236}">
                <a16:creationId xmlns:a16="http://schemas.microsoft.com/office/drawing/2014/main" id="{8B21E2D6-2AA2-96EB-96A2-269A6E18E08C}"/>
              </a:ext>
            </a:extLst>
          </p:cNvPr>
          <p:cNvSpPr/>
          <p:nvPr/>
        </p:nvSpPr>
        <p:spPr>
          <a:xfrm>
            <a:off x="217576" y="6483742"/>
            <a:ext cx="411958" cy="222187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Name</a:t>
            </a:r>
            <a:endParaRPr lang="en-US" sz="800" i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2B27CF3-2775-0B6C-1627-0D36240B6626}"/>
              </a:ext>
            </a:extLst>
          </p:cNvPr>
          <p:cNvSpPr txBox="1"/>
          <p:nvPr/>
        </p:nvSpPr>
        <p:spPr>
          <a:xfrm>
            <a:off x="668646" y="6431034"/>
            <a:ext cx="9986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Activity</a:t>
            </a:r>
          </a:p>
        </p:txBody>
      </p:sp>
      <p:pic>
        <p:nvPicPr>
          <p:cNvPr id="152" name="Graphic 151" descr="User with solid fill">
            <a:extLst>
              <a:ext uri="{FF2B5EF4-FFF2-40B4-BE49-F238E27FC236}">
                <a16:creationId xmlns:a16="http://schemas.microsoft.com/office/drawing/2014/main" id="{256F7CCF-9735-54D5-2834-AC23B76885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1373" y="5310814"/>
            <a:ext cx="433157" cy="329146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D1F2E852-E69D-A8A4-690C-786CC6A63233}"/>
              </a:ext>
            </a:extLst>
          </p:cNvPr>
          <p:cNvSpPr txBox="1"/>
          <p:nvPr/>
        </p:nvSpPr>
        <p:spPr>
          <a:xfrm>
            <a:off x="668646" y="5634828"/>
            <a:ext cx="9986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store</a:t>
            </a:r>
          </a:p>
        </p:txBody>
      </p:sp>
      <p:sp>
        <p:nvSpPr>
          <p:cNvPr id="154" name="Display 153">
            <a:extLst>
              <a:ext uri="{FF2B5EF4-FFF2-40B4-BE49-F238E27FC236}">
                <a16:creationId xmlns:a16="http://schemas.microsoft.com/office/drawing/2014/main" id="{FF6971CC-510E-8F12-C905-4DA396BB0C7F}"/>
              </a:ext>
            </a:extLst>
          </p:cNvPr>
          <p:cNvSpPr/>
          <p:nvPr/>
        </p:nvSpPr>
        <p:spPr>
          <a:xfrm>
            <a:off x="179069" y="6232046"/>
            <a:ext cx="473561" cy="168565"/>
          </a:xfrm>
          <a:prstGeom prst="flowChartDisplay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name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41B6833-F17A-9C46-3C4D-256AA066D9C6}"/>
              </a:ext>
            </a:extLst>
          </p:cNvPr>
          <p:cNvSpPr txBox="1"/>
          <p:nvPr/>
        </p:nvSpPr>
        <p:spPr>
          <a:xfrm>
            <a:off x="668646" y="6179435"/>
            <a:ext cx="11676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Sharable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5833D4-8CCB-9C16-43B1-7A7DCAA79885}"/>
              </a:ext>
            </a:extLst>
          </p:cNvPr>
          <p:cNvSpPr/>
          <p:nvPr/>
        </p:nvSpPr>
        <p:spPr>
          <a:xfrm>
            <a:off x="523632" y="1320800"/>
            <a:ext cx="3036789" cy="3691572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71730C-259C-9F6E-233B-026C8615954A}"/>
              </a:ext>
            </a:extLst>
          </p:cNvPr>
          <p:cNvSpPr txBox="1"/>
          <p:nvPr/>
        </p:nvSpPr>
        <p:spPr>
          <a:xfrm>
            <a:off x="1296797" y="968644"/>
            <a:ext cx="1423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We are here</a:t>
            </a:r>
          </a:p>
        </p:txBody>
      </p:sp>
    </p:spTree>
    <p:extLst>
      <p:ext uri="{BB962C8B-B14F-4D97-AF65-F5344CB8AC3E}">
        <p14:creationId xmlns:p14="http://schemas.microsoft.com/office/powerpoint/2010/main" val="2383830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756C7-07C5-30A8-52A0-E2A213103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C5BC-AF84-E7E8-7B53-542A734AA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8362"/>
          </a:xfrm>
        </p:spPr>
        <p:txBody>
          <a:bodyPr>
            <a:normAutofit fontScale="90000"/>
          </a:bodyPr>
          <a:lstStyle/>
          <a:p>
            <a:r>
              <a:rPr lang="en-US" dirty="0"/>
              <a:t>Three </a:t>
            </a:r>
            <a:r>
              <a:rPr lang="en-US" dirty="0" err="1"/>
              <a:t>behaviour</a:t>
            </a:r>
            <a:r>
              <a:rPr lang="en-US" dirty="0"/>
              <a:t> profiles desired: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440406-F235-A723-8002-D9B4241FD74C}"/>
              </a:ext>
            </a:extLst>
          </p:cNvPr>
          <p:cNvSpPr/>
          <p:nvPr/>
        </p:nvSpPr>
        <p:spPr>
          <a:xfrm>
            <a:off x="250372" y="1063488"/>
            <a:ext cx="3744000" cy="5429385"/>
          </a:xfrm>
          <a:prstGeom prst="rect">
            <a:avLst/>
          </a:prstGeom>
          <a:noFill/>
          <a:ln w="57150">
            <a:solidFill>
              <a:srgbClr val="C28FB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Receptive</a:t>
            </a:r>
          </a:p>
          <a:p>
            <a:pPr algn="ctr"/>
            <a:endParaRPr lang="en-US" dirty="0"/>
          </a:p>
          <a:p>
            <a:pPr algn="just"/>
            <a:r>
              <a:rPr lang="en-US" dirty="0"/>
              <a:t>Receptive users use </a:t>
            </a:r>
            <a:r>
              <a:rPr lang="en-US" b="1" dirty="0"/>
              <a:t>algorithmic affordances </a:t>
            </a:r>
            <a:r>
              <a:rPr lang="en-US" dirty="0"/>
              <a:t>like the </a:t>
            </a:r>
            <a:r>
              <a:rPr lang="en-US" b="1" dirty="0"/>
              <a:t>AI DJ, autogenerated playlists, and platform recommendations</a:t>
            </a:r>
            <a:r>
              <a:rPr lang="en-US" dirty="0"/>
              <a:t>. Their data indicates </a:t>
            </a:r>
            <a:r>
              <a:rPr lang="en-US" b="1" dirty="0"/>
              <a:t>low-effort discovery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They frequently use the </a:t>
            </a:r>
            <a:r>
              <a:rPr lang="en-US" dirty="0" err="1"/>
              <a:t>personalised</a:t>
            </a:r>
            <a:r>
              <a:rPr lang="en-US" dirty="0"/>
              <a:t> mixes and show </a:t>
            </a:r>
            <a:r>
              <a:rPr lang="en-US" b="1" dirty="0"/>
              <a:t>high trust in the curation </a:t>
            </a:r>
            <a:r>
              <a:rPr lang="en-US" dirty="0"/>
              <a:t>of their listening experience </a:t>
            </a:r>
            <a:r>
              <a:rPr lang="en-US" b="1" dirty="0"/>
              <a:t>by the platform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ctr"/>
            <a:r>
              <a:rPr lang="en-US" dirty="0"/>
              <a:t>The left</a:t>
            </a:r>
          </a:p>
          <a:p>
            <a:pPr algn="ctr"/>
            <a:r>
              <a:rPr lang="en-US" i="1" dirty="0"/>
              <a:t>Low-friction lean-back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2E1034-C810-DEC4-1C20-8BCE2A988B9B}"/>
              </a:ext>
            </a:extLst>
          </p:cNvPr>
          <p:cNvSpPr/>
          <p:nvPr/>
        </p:nvSpPr>
        <p:spPr>
          <a:xfrm>
            <a:off x="4224000" y="1063488"/>
            <a:ext cx="3744000" cy="5429385"/>
          </a:xfrm>
          <a:prstGeom prst="rect">
            <a:avLst/>
          </a:prstGeom>
          <a:noFill/>
          <a:ln w="57150">
            <a:solidFill>
              <a:srgbClr val="A090E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Responsive</a:t>
            </a:r>
          </a:p>
          <a:p>
            <a:pPr algn="just"/>
            <a:r>
              <a:rPr lang="en-US" dirty="0"/>
              <a:t>Responsive and flexible users who </a:t>
            </a:r>
            <a:r>
              <a:rPr lang="en-US" b="1" dirty="0"/>
              <a:t>actively search for new music, use shuffle frequently, skip tracks, and frequently update their playlists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They are less trusting of the algorithmic recommendations than others but also more </a:t>
            </a:r>
            <a:r>
              <a:rPr lang="en-US" b="1" dirty="0"/>
              <a:t>frequently active in curating their listening experience</a:t>
            </a:r>
            <a:r>
              <a:rPr lang="en-US" dirty="0"/>
              <a:t>. (Does this extend to using playlists of other users?)</a:t>
            </a:r>
          </a:p>
          <a:p>
            <a:pPr algn="just"/>
            <a:endParaRPr lang="en-US" dirty="0"/>
          </a:p>
          <a:p>
            <a:pPr algn="ctr"/>
            <a:r>
              <a:rPr lang="en-US" dirty="0"/>
              <a:t>The middle</a:t>
            </a:r>
          </a:p>
          <a:p>
            <a:pPr algn="ctr"/>
            <a:r>
              <a:rPr lang="en-US" i="1" dirty="0"/>
              <a:t>High-activity adjustment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5BFF8D-080D-709B-E116-CF1CA2F21167}"/>
              </a:ext>
            </a:extLst>
          </p:cNvPr>
          <p:cNvSpPr/>
          <p:nvPr/>
        </p:nvSpPr>
        <p:spPr>
          <a:xfrm>
            <a:off x="8197628" y="1063488"/>
            <a:ext cx="3744000" cy="5429385"/>
          </a:xfrm>
          <a:prstGeom prst="rect">
            <a:avLst/>
          </a:prstGeom>
          <a:noFill/>
          <a:ln w="57150">
            <a:solidFill>
              <a:srgbClr val="8110B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Deliberate</a:t>
            </a:r>
          </a:p>
          <a:p>
            <a:pPr algn="just"/>
            <a:r>
              <a:rPr lang="en-US" dirty="0"/>
              <a:t>Deliberate users who </a:t>
            </a:r>
            <a:r>
              <a:rPr lang="en-US" b="1" dirty="0"/>
              <a:t>rely on their library and fixed ordering </a:t>
            </a:r>
            <a:r>
              <a:rPr lang="en-US" dirty="0"/>
              <a:t>(album or playlist order) to create intentional listening sessions. 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They </a:t>
            </a:r>
            <a:r>
              <a:rPr lang="en-US" b="1" dirty="0"/>
              <a:t>rarely shuffle or skip songs </a:t>
            </a:r>
            <a:r>
              <a:rPr lang="en-US" dirty="0"/>
              <a:t>and invest time in </a:t>
            </a:r>
            <a:r>
              <a:rPr lang="en-US" b="1" dirty="0"/>
              <a:t>crafting their listening experience </a:t>
            </a:r>
            <a:r>
              <a:rPr lang="en-US" dirty="0"/>
              <a:t>with the least trust in the algorithmic experience.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ctr"/>
            <a:r>
              <a:rPr lang="en-US" dirty="0"/>
              <a:t>The right</a:t>
            </a:r>
          </a:p>
          <a:p>
            <a:pPr algn="ctr"/>
            <a:r>
              <a:rPr lang="en-US" i="1" dirty="0"/>
              <a:t>Goal-oriented listening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744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B700-8203-78A1-23B4-822ABFEAA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8362"/>
          </a:xfrm>
        </p:spPr>
        <p:txBody>
          <a:bodyPr>
            <a:normAutofit fontScale="90000"/>
          </a:bodyPr>
          <a:lstStyle/>
          <a:p>
            <a:r>
              <a:rPr lang="en-US" dirty="0"/>
              <a:t>New Direction: Raw Streaming History Inputs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6D6E3-5F53-35B6-3BF6-045569046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7143" y="3940628"/>
            <a:ext cx="5366657" cy="211706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Reason why the track started</a:t>
            </a:r>
          </a:p>
          <a:p>
            <a:r>
              <a:rPr lang="en-US" dirty="0"/>
              <a:t>Reason why the track ended</a:t>
            </a:r>
          </a:p>
          <a:p>
            <a:r>
              <a:rPr lang="en-US" dirty="0"/>
              <a:t>Was the track played during shuffle mode?</a:t>
            </a:r>
          </a:p>
          <a:p>
            <a:r>
              <a:rPr lang="en-US" dirty="0"/>
              <a:t>Was the track skipped?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ACB236-43E7-2738-371E-739F449D3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87335"/>
            <a:ext cx="4750044" cy="448333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68BCEA5-8E84-917C-D882-EEC964381126}"/>
              </a:ext>
            </a:extLst>
          </p:cNvPr>
          <p:cNvSpPr/>
          <p:nvPr/>
        </p:nvSpPr>
        <p:spPr>
          <a:xfrm>
            <a:off x="1001489" y="4325853"/>
            <a:ext cx="2211733" cy="703347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C47A5FB-0EB0-115F-34CA-1AD5B9C90809}"/>
              </a:ext>
            </a:extLst>
          </p:cNvPr>
          <p:cNvCxnSpPr/>
          <p:nvPr/>
        </p:nvCxnSpPr>
        <p:spPr>
          <a:xfrm flipH="1">
            <a:off x="2950028" y="4106087"/>
            <a:ext cx="3145972" cy="315685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B2DD07-BE89-5A64-DC9A-32B039588DF9}"/>
              </a:ext>
            </a:extLst>
          </p:cNvPr>
          <p:cNvCxnSpPr>
            <a:cxnSpLocks/>
          </p:cNvCxnSpPr>
          <p:nvPr/>
        </p:nvCxnSpPr>
        <p:spPr>
          <a:xfrm flipH="1">
            <a:off x="2950028" y="4545619"/>
            <a:ext cx="3145972" cy="95919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0E3A7F-1FB4-1031-6D1B-3598D105861A}"/>
              </a:ext>
            </a:extLst>
          </p:cNvPr>
          <p:cNvCxnSpPr>
            <a:cxnSpLocks/>
          </p:cNvCxnSpPr>
          <p:nvPr/>
        </p:nvCxnSpPr>
        <p:spPr>
          <a:xfrm flipH="1" flipV="1">
            <a:off x="2449286" y="4787409"/>
            <a:ext cx="3646714" cy="14587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980424D-FC68-B1E3-7591-3B6F9DB8B52B}"/>
              </a:ext>
            </a:extLst>
          </p:cNvPr>
          <p:cNvCxnSpPr>
            <a:cxnSpLocks/>
          </p:cNvCxnSpPr>
          <p:nvPr/>
        </p:nvCxnSpPr>
        <p:spPr>
          <a:xfrm flipH="1" flipV="1">
            <a:off x="2307771" y="4984505"/>
            <a:ext cx="3788229" cy="68616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DA9DBBE-92C0-80BA-AFF2-2DD393852B00}"/>
              </a:ext>
            </a:extLst>
          </p:cNvPr>
          <p:cNvSpPr txBox="1">
            <a:spLocks/>
          </p:cNvSpPr>
          <p:nvPr/>
        </p:nvSpPr>
        <p:spPr>
          <a:xfrm>
            <a:off x="6096000" y="1181889"/>
            <a:ext cx="5453743" cy="1398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How to use the following data to </a:t>
            </a:r>
            <a:r>
              <a:rPr lang="en-US" dirty="0" err="1"/>
              <a:t>categorise</a:t>
            </a:r>
            <a:r>
              <a:rPr lang="en-US" dirty="0"/>
              <a:t> three </a:t>
            </a:r>
            <a:r>
              <a:rPr lang="en-US" dirty="0" err="1"/>
              <a:t>behaviour</a:t>
            </a:r>
            <a:r>
              <a:rPr lang="en-US" dirty="0"/>
              <a:t> profiles desired?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D63916-5888-1C3C-605E-9E8E866A638F}"/>
              </a:ext>
            </a:extLst>
          </p:cNvPr>
          <p:cNvSpPr/>
          <p:nvPr/>
        </p:nvSpPr>
        <p:spPr>
          <a:xfrm>
            <a:off x="1001488" y="1591691"/>
            <a:ext cx="2211733" cy="226223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67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F6F61-797E-5D45-4622-36A36A03E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594C6-8DB4-D0B2-D6C7-72DFC8952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8362"/>
          </a:xfrm>
        </p:spPr>
        <p:txBody>
          <a:bodyPr>
            <a:normAutofit fontScale="90000"/>
          </a:bodyPr>
          <a:lstStyle/>
          <a:p>
            <a:r>
              <a:rPr lang="en-US" dirty="0"/>
              <a:t>New Direction: Raw Streaming History Inputs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5F56916-83DF-CCB0-C72C-6B78DDFC527A}"/>
              </a:ext>
            </a:extLst>
          </p:cNvPr>
          <p:cNvSpPr txBox="1">
            <a:spLocks/>
          </p:cNvSpPr>
          <p:nvPr/>
        </p:nvSpPr>
        <p:spPr>
          <a:xfrm>
            <a:off x="838200" y="5018314"/>
            <a:ext cx="7846313" cy="183968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References:</a:t>
            </a:r>
          </a:p>
          <a:p>
            <a:r>
              <a:rPr lang="en-US" dirty="0">
                <a:hlinkClick r:id="rId2"/>
              </a:rPr>
              <a:t>The skipping behavior of users of music streaming services and its relation to musical structure - PMC</a:t>
            </a:r>
            <a:endParaRPr lang="en-US" dirty="0"/>
          </a:p>
          <a:p>
            <a:r>
              <a:rPr lang="en-US" dirty="0">
                <a:hlinkClick r:id="rId3"/>
              </a:rPr>
              <a:t>Do the shuffle: Exploring reasons for music listening through shuffled play - PMC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DC6E78B-29A2-E759-8710-CC463863A70A}"/>
              </a:ext>
            </a:extLst>
          </p:cNvPr>
          <p:cNvSpPr txBox="1">
            <a:spLocks/>
          </p:cNvSpPr>
          <p:nvPr/>
        </p:nvSpPr>
        <p:spPr>
          <a:xfrm>
            <a:off x="838200" y="1698172"/>
            <a:ext cx="9900084" cy="1839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From research</a:t>
            </a:r>
          </a:p>
          <a:p>
            <a:r>
              <a:rPr lang="en-US" dirty="0"/>
              <a:t>Skip: within 5 seconds of listening, active filtering </a:t>
            </a:r>
          </a:p>
          <a:p>
            <a:r>
              <a:rPr lang="en-US" dirty="0"/>
              <a:t>Shuffle: in-between control and chance, exploratory intent</a:t>
            </a:r>
          </a:p>
        </p:txBody>
      </p:sp>
    </p:spTree>
    <p:extLst>
      <p:ext uri="{BB962C8B-B14F-4D97-AF65-F5344CB8AC3E}">
        <p14:creationId xmlns:p14="http://schemas.microsoft.com/office/powerpoint/2010/main" val="2867428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F2CAC-55EB-78F7-252E-EF34904BE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F711A1-876A-9570-CC33-B8ACC1032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9089"/>
            <a:ext cx="12192000" cy="51770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9B622-617D-8F3B-A7B8-FCCE4CEF6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8362"/>
          </a:xfrm>
        </p:spPr>
        <p:txBody>
          <a:bodyPr>
            <a:normAutofit fontScale="90000"/>
          </a:bodyPr>
          <a:lstStyle/>
          <a:p>
            <a:r>
              <a:rPr lang="en-US" dirty="0"/>
              <a:t>New Direction: Raw Streaming History Inputs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28BC47-87EA-FDA7-32E8-80FF2C755C10}"/>
              </a:ext>
            </a:extLst>
          </p:cNvPr>
          <p:cNvSpPr/>
          <p:nvPr/>
        </p:nvSpPr>
        <p:spPr>
          <a:xfrm>
            <a:off x="1883227" y="3701143"/>
            <a:ext cx="1393371" cy="1872343"/>
          </a:xfrm>
          <a:prstGeom prst="rect">
            <a:avLst/>
          </a:prstGeom>
          <a:noFill/>
          <a:ln w="57150">
            <a:solidFill>
              <a:srgbClr val="8110B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26670C-2E3D-2441-5348-B3BE5CEB7338}"/>
              </a:ext>
            </a:extLst>
          </p:cNvPr>
          <p:cNvSpPr/>
          <p:nvPr/>
        </p:nvSpPr>
        <p:spPr>
          <a:xfrm>
            <a:off x="6651170" y="1926771"/>
            <a:ext cx="1763486" cy="3646715"/>
          </a:xfrm>
          <a:prstGeom prst="rect">
            <a:avLst/>
          </a:prstGeom>
          <a:noFill/>
          <a:ln w="57150">
            <a:solidFill>
              <a:srgbClr val="A090E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38BB824-1302-6CF9-9BB6-A52E00C9FBA7}"/>
              </a:ext>
            </a:extLst>
          </p:cNvPr>
          <p:cNvCxnSpPr/>
          <p:nvPr/>
        </p:nvCxnSpPr>
        <p:spPr>
          <a:xfrm>
            <a:off x="4408371" y="1386038"/>
            <a:ext cx="33977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525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4AB4E-A8BC-2AFA-2744-D52C89D44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C3947-B1AE-AD26-EEE6-2A03F1BC1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8362"/>
          </a:xfrm>
        </p:spPr>
        <p:txBody>
          <a:bodyPr>
            <a:normAutofit fontScale="90000"/>
          </a:bodyPr>
          <a:lstStyle/>
          <a:p>
            <a:r>
              <a:rPr lang="en-US" dirty="0"/>
              <a:t>New Direction: Raw Streaming History Inputs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0111AE9-6AB3-4079-4D33-63E3EF252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732070"/>
              </p:ext>
            </p:extLst>
          </p:nvPr>
        </p:nvGraphicFramePr>
        <p:xfrm>
          <a:off x="660400" y="1045844"/>
          <a:ext cx="10871200" cy="544703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5423">
                  <a:extLst>
                    <a:ext uri="{9D8B030D-6E8A-4147-A177-3AD203B41FA5}">
                      <a16:colId xmlns:a16="http://schemas.microsoft.com/office/drawing/2014/main" val="3248347475"/>
                    </a:ext>
                  </a:extLst>
                </a:gridCol>
                <a:gridCol w="1098685">
                  <a:extLst>
                    <a:ext uri="{9D8B030D-6E8A-4147-A177-3AD203B41FA5}">
                      <a16:colId xmlns:a16="http://schemas.microsoft.com/office/drawing/2014/main" val="3939384690"/>
                    </a:ext>
                  </a:extLst>
                </a:gridCol>
                <a:gridCol w="4539304">
                  <a:extLst>
                    <a:ext uri="{9D8B030D-6E8A-4147-A177-3AD203B41FA5}">
                      <a16:colId xmlns:a16="http://schemas.microsoft.com/office/drawing/2014/main" val="1394829193"/>
                    </a:ext>
                  </a:extLst>
                </a:gridCol>
                <a:gridCol w="1604659">
                  <a:extLst>
                    <a:ext uri="{9D8B030D-6E8A-4147-A177-3AD203B41FA5}">
                      <a16:colId xmlns:a16="http://schemas.microsoft.com/office/drawing/2014/main" val="2055590992"/>
                    </a:ext>
                  </a:extLst>
                </a:gridCol>
                <a:gridCol w="2443129">
                  <a:extLst>
                    <a:ext uri="{9D8B030D-6E8A-4147-A177-3AD203B41FA5}">
                      <a16:colId xmlns:a16="http://schemas.microsoft.com/office/drawing/2014/main" val="7142231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Reason Start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Amount in Data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Inferred Meaning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Possible </a:t>
                      </a:r>
                      <a:r>
                        <a:rPr lang="en-US" sz="1600" u="none" strike="noStrike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Behaviour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2652212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trackdone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110176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previous track played to its end and this was the next track to play</a:t>
                      </a:r>
                      <a:endParaRPr lang="en-US" sz="1600" b="0" i="0" u="none" strike="noStrike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Receptive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passive continuation</a:t>
                      </a:r>
                      <a:endParaRPr lang="en-US" sz="1600" b="0" i="0" u="none" strike="noStrike" dirty="0">
                        <a:solidFill>
                          <a:srgbClr val="27251E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413146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fwdbtn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14031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user pressed Next/Forward and this was the next track to play</a:t>
                      </a:r>
                      <a:endParaRPr lang="en-US" sz="1600" b="0" i="0" u="none" strike="noStrike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Responsive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explicit corrective/navigation action</a:t>
                      </a:r>
                      <a:endParaRPr lang="en-US" sz="1600" b="0" i="0" u="none" strike="noStrike" dirty="0">
                        <a:solidFill>
                          <a:srgbClr val="27251E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1299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clickrow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8110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10247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8110B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user pressed a specific track in a list of tracks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8110B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Deliberate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8110B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specific choice action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8110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6490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playbtn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8110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3080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8110B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user pressed Play on a playlist or other list of tracks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8110B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Deliberate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8110B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specific choice action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8110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96873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appload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1647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Playback began when the app loaded</a:t>
                      </a:r>
                      <a:endParaRPr lang="en-US" sz="1600" b="0" i="0" u="none" strike="noStrike" dirty="0">
                        <a:solidFill>
                          <a:srgbClr val="27251E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Receptive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passive continuation</a:t>
                      </a:r>
                      <a:endParaRPr lang="en-US" sz="1600" b="0" i="0" u="none" strike="noStrike">
                        <a:solidFill>
                          <a:srgbClr val="27251E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8395442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remote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track was startedon another device and then transferred to this device</a:t>
                      </a:r>
                      <a:endParaRPr lang="en-US" sz="1600" b="0" i="0" u="none" strike="noStrike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?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820213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backbtn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735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user pressed Back and this was the previous track to play</a:t>
                      </a:r>
                      <a:endParaRPr lang="en-US" sz="1600" b="0" i="0" u="none" strike="noStrike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Responsive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explicit corrective/navigation action</a:t>
                      </a:r>
                      <a:endParaRPr lang="en-US" sz="1600" b="0" i="0" u="none" strike="noStrike" dirty="0">
                        <a:solidFill>
                          <a:srgbClr val="27251E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41899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trackerror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playback of the previous track ran into some form of error, and this was the next track to play</a:t>
                      </a:r>
                      <a:endParaRPr lang="en-US" sz="1600" b="0" i="0" u="none" strike="noStrike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?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2866137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unknown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reason why the user (or the app) started playing this track is unknown</a:t>
                      </a:r>
                      <a:endParaRPr lang="en-US" sz="1600" b="0" i="0" u="none" strike="noStrike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?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964526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reconnect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Playback began after app reconnects to the internet</a:t>
                      </a:r>
                      <a:endParaRPr lang="en-US" sz="1600" b="0" i="0" u="none" strike="noStrike">
                        <a:solidFill>
                          <a:srgbClr val="27251E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Receptive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passive continuation</a:t>
                      </a:r>
                      <a:endParaRPr lang="en-US" sz="1600" b="0" i="0" u="none" strike="noStrike">
                        <a:solidFill>
                          <a:srgbClr val="27251E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418410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autoplay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Spotify automatically selected the next track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Receptive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passive continuation</a:t>
                      </a:r>
                      <a:endParaRPr lang="en-US" sz="1600" b="0" i="0" u="none" strike="noStrike">
                        <a:solidFill>
                          <a:srgbClr val="27251E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041962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popup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user clicked on a Spotify recommended track</a:t>
                      </a:r>
                      <a:endParaRPr lang="en-US" sz="1600" b="0" i="0" u="none" strike="noStrike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Responsive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explicit corrective/navigation action</a:t>
                      </a:r>
                      <a:endParaRPr lang="en-US" sz="1600" b="0" i="0" u="none" strike="noStrike" dirty="0">
                        <a:solidFill>
                          <a:srgbClr val="27251E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19812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829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C8229-CA84-F0C7-5A1A-858BCD0C0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6E3AE-67A8-AEDC-5E6E-D112A16DA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8362"/>
          </a:xfrm>
        </p:spPr>
        <p:txBody>
          <a:bodyPr>
            <a:normAutofit fontScale="90000"/>
          </a:bodyPr>
          <a:lstStyle/>
          <a:p>
            <a:r>
              <a:rPr lang="en-US" dirty="0"/>
              <a:t>New Direction: Raw Streaming History Inputs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F54BD9F-956B-4E0B-4EDD-B36F4D6A0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354059"/>
              </p:ext>
            </p:extLst>
          </p:nvPr>
        </p:nvGraphicFramePr>
        <p:xfrm>
          <a:off x="660400" y="1045844"/>
          <a:ext cx="10871200" cy="531495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5423">
                  <a:extLst>
                    <a:ext uri="{9D8B030D-6E8A-4147-A177-3AD203B41FA5}">
                      <a16:colId xmlns:a16="http://schemas.microsoft.com/office/drawing/2014/main" val="3248347475"/>
                    </a:ext>
                  </a:extLst>
                </a:gridCol>
                <a:gridCol w="1098685">
                  <a:extLst>
                    <a:ext uri="{9D8B030D-6E8A-4147-A177-3AD203B41FA5}">
                      <a16:colId xmlns:a16="http://schemas.microsoft.com/office/drawing/2014/main" val="3939384690"/>
                    </a:ext>
                  </a:extLst>
                </a:gridCol>
                <a:gridCol w="4539304">
                  <a:extLst>
                    <a:ext uri="{9D8B030D-6E8A-4147-A177-3AD203B41FA5}">
                      <a16:colId xmlns:a16="http://schemas.microsoft.com/office/drawing/2014/main" val="1394829193"/>
                    </a:ext>
                  </a:extLst>
                </a:gridCol>
                <a:gridCol w="1604659">
                  <a:extLst>
                    <a:ext uri="{9D8B030D-6E8A-4147-A177-3AD203B41FA5}">
                      <a16:colId xmlns:a16="http://schemas.microsoft.com/office/drawing/2014/main" val="2055590992"/>
                    </a:ext>
                  </a:extLst>
                </a:gridCol>
                <a:gridCol w="2443129">
                  <a:extLst>
                    <a:ext uri="{9D8B030D-6E8A-4147-A177-3AD203B41FA5}">
                      <a16:colId xmlns:a16="http://schemas.microsoft.com/office/drawing/2014/main" val="7142231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Reason End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Amount in Data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Inferred Meaning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Possible </a:t>
                      </a:r>
                      <a:r>
                        <a:rPr lang="en-US" sz="1600" u="none" strike="noStrike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Behaviour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2652212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trackdone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110922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The track played to its end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Receptive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27251E"/>
                          </a:solidFill>
                          <a:effectLst/>
                          <a:latin typeface="Calibri" panose="020F0502020204030204" pitchFamily="34" charset="0"/>
                        </a:rPr>
                        <a:t>passive continuation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413146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fwdbtn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A090E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13937</a:t>
                      </a:r>
                    </a:p>
                  </a:txBody>
                  <a:tcPr marL="6350" marR="6350" marT="6350" marB="0" anchor="ctr">
                    <a:solidFill>
                      <a:srgbClr val="A090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The user pressed Next/Forward</a:t>
                      </a:r>
                    </a:p>
                  </a:txBody>
                  <a:tcPr marL="6350" marR="6350" marT="6350" marB="0" anchor="ctr">
                    <a:solidFill>
                      <a:srgbClr val="A090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Responsive</a:t>
                      </a:r>
                    </a:p>
                  </a:txBody>
                  <a:tcPr marL="6350" marR="6350" marT="6350" marB="0" anchor="ctr">
                    <a:solidFill>
                      <a:srgbClr val="A090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27251E"/>
                          </a:solidFill>
                          <a:effectLst/>
                          <a:latin typeface="Calibri" panose="020F0502020204030204" pitchFamily="34" charset="0"/>
                        </a:rPr>
                        <a:t>explicit corrective/navigation action</a:t>
                      </a:r>
                    </a:p>
                  </a:txBody>
                  <a:tcPr marL="6350" marR="6350" marT="6350" marB="0" anchor="ctr">
                    <a:solidFill>
                      <a:srgbClr val="A09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1299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endplay</a:t>
                      </a:r>
                    </a:p>
                  </a:txBody>
                  <a:tcPr marL="6350" marR="6350" marT="6350" marB="0" anchor="ctr">
                    <a:solidFill>
                      <a:srgbClr val="A090E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9921</a:t>
                      </a:r>
                    </a:p>
                  </a:txBody>
                  <a:tcPr marL="6350" marR="6350" marT="6350" marB="0" anchor="ctr">
                    <a:solidFill>
                      <a:srgbClr val="A090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The user started playing something else (by clicking a track or Play/Shuffle button or similar)</a:t>
                      </a:r>
                    </a:p>
                  </a:txBody>
                  <a:tcPr marL="6350" marR="6350" marT="6350" marB="0" anchor="ctr">
                    <a:solidFill>
                      <a:srgbClr val="A090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Responsive</a:t>
                      </a:r>
                    </a:p>
                  </a:txBody>
                  <a:tcPr marL="6350" marR="6350" marT="6350" marB="0" anchor="ctr">
                    <a:solidFill>
                      <a:srgbClr val="A090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27251E"/>
                          </a:solidFill>
                          <a:effectLst/>
                          <a:latin typeface="Calibri" panose="020F0502020204030204" pitchFamily="34" charset="0"/>
                        </a:rPr>
                        <a:t>explicit corrective/navigation action</a:t>
                      </a:r>
                    </a:p>
                  </a:txBody>
                  <a:tcPr marL="6350" marR="6350" marT="6350" marB="0" anchor="ctr">
                    <a:solidFill>
                      <a:srgbClr val="A09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6490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unexpected-exit-while-paused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3642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The playback was paused, and at some point after that, the app was shut down either by the </a:t>
                      </a:r>
                      <a:r>
                        <a:rPr lang="en-US" sz="16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user,or</a:t>
                      </a: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 by the operating system, or it crashed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1396873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logout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The app was shut down or the user logged out.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8395442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backbtn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A090E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725</a:t>
                      </a:r>
                    </a:p>
                  </a:txBody>
                  <a:tcPr marL="6350" marR="6350" marT="6350" marB="0" anchor="ctr">
                    <a:solidFill>
                      <a:srgbClr val="A090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The user pressed Back</a:t>
                      </a:r>
                    </a:p>
                  </a:txBody>
                  <a:tcPr marL="6350" marR="6350" marT="6350" marB="0" anchor="ctr">
                    <a:solidFill>
                      <a:srgbClr val="A090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Responsive</a:t>
                      </a:r>
                    </a:p>
                  </a:txBody>
                  <a:tcPr marL="6350" marR="6350" marT="6350" marB="0" anchor="ctr">
                    <a:solidFill>
                      <a:srgbClr val="A090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27251E"/>
                          </a:solidFill>
                          <a:effectLst/>
                          <a:latin typeface="Calibri" panose="020F0502020204030204" pitchFamily="34" charset="0"/>
                        </a:rPr>
                        <a:t>explicit corrective/navigation action</a:t>
                      </a:r>
                    </a:p>
                  </a:txBody>
                  <a:tcPr marL="6350" marR="6350" marT="6350" marB="0" anchor="ctr">
                    <a:solidFill>
                      <a:srgbClr val="A09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0213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remote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The track playback was moved to another device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3741899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unexpected-exit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The app was shut down eitherby the user, or by the operating system, or it crashed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2866137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unknown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The reason why the user (or the app) ended playing this track is unknown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964526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trackerror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The playback of this track ran into some form of error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418410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playbtn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The user pressed Play on a playlist or other list of tracks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Deliberate?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specific choice action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04196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8997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66D7B-5CC4-011D-FEB8-3288DBE54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65812-47F0-3238-8365-5304D78D3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24"/>
            <a:ext cx="10515600" cy="774367"/>
          </a:xfrm>
        </p:spPr>
        <p:txBody>
          <a:bodyPr>
            <a:normAutofit/>
          </a:bodyPr>
          <a:lstStyle/>
          <a:p>
            <a:r>
              <a:rPr lang="en-US" sz="4000" dirty="0"/>
              <a:t>Courtesy of Amanda – First Algorithm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C60903-D53E-C374-6C5E-3895DFD8976A}"/>
              </a:ext>
            </a:extLst>
          </p:cNvPr>
          <p:cNvSpPr/>
          <p:nvPr/>
        </p:nvSpPr>
        <p:spPr>
          <a:xfrm>
            <a:off x="250372" y="2677886"/>
            <a:ext cx="3744000" cy="3814987"/>
          </a:xfrm>
          <a:prstGeom prst="rect">
            <a:avLst/>
          </a:prstGeom>
          <a:noFill/>
          <a:ln w="57150">
            <a:solidFill>
              <a:srgbClr val="C28FB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Receptive</a:t>
            </a:r>
          </a:p>
          <a:p>
            <a:pPr algn="just"/>
            <a:r>
              <a:rPr lang="en-US" b="1" dirty="0"/>
              <a:t>Logic:</a:t>
            </a:r>
          </a:p>
          <a:p>
            <a:pPr algn="just"/>
            <a:r>
              <a:rPr lang="en-US" dirty="0"/>
              <a:t>Low Skip Rate + Low Active Selection.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Interpretation: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user is “receptive” to whatever the algorithm or playlist provides.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They aren't choosing songs manually, but they aren't skipping them either.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2570B-6356-03DA-0844-CF8805387B72}"/>
              </a:ext>
            </a:extLst>
          </p:cNvPr>
          <p:cNvSpPr/>
          <p:nvPr/>
        </p:nvSpPr>
        <p:spPr>
          <a:xfrm>
            <a:off x="4224000" y="2677886"/>
            <a:ext cx="3744000" cy="3814987"/>
          </a:xfrm>
          <a:prstGeom prst="rect">
            <a:avLst/>
          </a:prstGeom>
          <a:noFill/>
          <a:ln w="57150">
            <a:solidFill>
              <a:srgbClr val="A090E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Responsive</a:t>
            </a:r>
          </a:p>
          <a:p>
            <a:pPr algn="just"/>
            <a:r>
              <a:rPr lang="en-US" b="1" dirty="0"/>
              <a:t>Logic:</a:t>
            </a:r>
          </a:p>
          <a:p>
            <a:pPr algn="just"/>
            <a:r>
              <a:rPr lang="en-US" dirty="0"/>
              <a:t>High Skip Rate + Medium/High Shuffle Rate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Interpretation: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user is actively seeking a specific "vibe" but unsure of the track.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They are “responding” to songs they don't like by skipping or reshuffling.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1B44F5-40C8-EAE2-6265-B3A31F8471B0}"/>
              </a:ext>
            </a:extLst>
          </p:cNvPr>
          <p:cNvSpPr/>
          <p:nvPr/>
        </p:nvSpPr>
        <p:spPr>
          <a:xfrm>
            <a:off x="8197628" y="2677886"/>
            <a:ext cx="3744000" cy="3814987"/>
          </a:xfrm>
          <a:prstGeom prst="rect">
            <a:avLst/>
          </a:prstGeom>
          <a:noFill/>
          <a:ln w="57150">
            <a:solidFill>
              <a:srgbClr val="8110B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Deliberate</a:t>
            </a:r>
          </a:p>
          <a:p>
            <a:pPr algn="just"/>
            <a:r>
              <a:rPr lang="en-US" b="1" dirty="0"/>
              <a:t>Logic:</a:t>
            </a:r>
          </a:p>
          <a:p>
            <a:pPr algn="just"/>
            <a:r>
              <a:rPr lang="en-US" dirty="0"/>
              <a:t>High Active Selection + Low Friction (Low skips/shuffles)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Interpretation: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user knows exactly what they want to hear.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They search for it, play it, and let it finish.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544702-C6B2-8A64-E512-87FF1C43C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4229" y="0"/>
            <a:ext cx="2307771" cy="1730828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5FB2BC-C5FB-49B6-C786-F6BCEC230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2" y="758686"/>
            <a:ext cx="10515600" cy="1919200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What is active selection? </a:t>
            </a:r>
          </a:p>
          <a:p>
            <a:pPr marL="0" indent="0">
              <a:buNone/>
            </a:pPr>
            <a:r>
              <a:rPr lang="en-US" sz="2000" dirty="0" err="1"/>
              <a:t>successful_searches</a:t>
            </a:r>
            <a:r>
              <a:rPr lang="en-US" sz="2000" dirty="0"/>
              <a:t> (interaction URI) + </a:t>
            </a:r>
            <a:r>
              <a:rPr lang="en-US" sz="2000" dirty="0" err="1"/>
              <a:t>Reason_Start</a:t>
            </a:r>
            <a:r>
              <a:rPr lang="en-US" sz="2000" dirty="0"/>
              <a:t> [‘</a:t>
            </a:r>
            <a:r>
              <a:rPr lang="en-US" sz="2000" dirty="0" err="1"/>
              <a:t>clickrow</a:t>
            </a:r>
            <a:r>
              <a:rPr lang="en-US" sz="2000" dirty="0"/>
              <a:t>’, ‘</a:t>
            </a:r>
            <a:r>
              <a:rPr lang="en-US" sz="2000" dirty="0" err="1"/>
              <a:t>playbtn</a:t>
            </a:r>
            <a:r>
              <a:rPr lang="en-US" sz="2000" dirty="0"/>
              <a:t>’]</a:t>
            </a:r>
          </a:p>
          <a:p>
            <a:r>
              <a:rPr lang="en-US" sz="2000" dirty="0"/>
              <a:t>What is skip rate? Skipped = True + </a:t>
            </a:r>
            <a:r>
              <a:rPr lang="en-US" sz="2000" dirty="0" err="1"/>
              <a:t>Reason_End</a:t>
            </a:r>
            <a:r>
              <a:rPr lang="en-US" sz="2000" dirty="0"/>
              <a:t>[‘</a:t>
            </a:r>
            <a:r>
              <a:rPr lang="en-US" sz="2000" dirty="0" err="1"/>
              <a:t>fwdbtn</a:t>
            </a:r>
            <a:r>
              <a:rPr lang="en-US" sz="2000" dirty="0"/>
              <a:t>’, ‘</a:t>
            </a:r>
            <a:r>
              <a:rPr lang="en-US" sz="2000" dirty="0" err="1"/>
              <a:t>backbtn</a:t>
            </a:r>
            <a:r>
              <a:rPr lang="en-US" sz="2000" dirty="0"/>
              <a:t>’, ‘endplay’]</a:t>
            </a:r>
          </a:p>
          <a:p>
            <a:r>
              <a:rPr lang="en-US" sz="2000" dirty="0"/>
              <a:t>What is shuffle rate? Shuffle = True</a:t>
            </a:r>
          </a:p>
          <a:p>
            <a:r>
              <a:rPr lang="en-US" sz="2000" dirty="0" err="1"/>
              <a:t>Behaviour</a:t>
            </a:r>
            <a:r>
              <a:rPr lang="en-US" sz="2000" dirty="0"/>
              <a:t> set as Mixed</a:t>
            </a:r>
            <a:r>
              <a:rPr lang="en-US" sz="2000" b="1" dirty="0"/>
              <a:t> </a:t>
            </a:r>
            <a:r>
              <a:rPr lang="en-US" sz="2000" dirty="0"/>
              <a:t>If the signals are contradictory </a:t>
            </a:r>
          </a:p>
        </p:txBody>
      </p:sp>
    </p:spTree>
    <p:extLst>
      <p:ext uri="{BB962C8B-B14F-4D97-AF65-F5344CB8AC3E}">
        <p14:creationId xmlns:p14="http://schemas.microsoft.com/office/powerpoint/2010/main" val="1577147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F637B-4E54-5327-FEE3-AED467886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D3EC1-B39E-B835-4EAE-5FE781749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8362"/>
          </a:xfrm>
        </p:spPr>
        <p:txBody>
          <a:bodyPr>
            <a:normAutofit fontScale="90000"/>
          </a:bodyPr>
          <a:lstStyle/>
          <a:p>
            <a:r>
              <a:rPr lang="en-US" dirty="0"/>
              <a:t>Courtesy of Amanda – First Algorithm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88B239-C7E0-4CD1-381A-621F2876EE59}"/>
              </a:ext>
            </a:extLst>
          </p:cNvPr>
          <p:cNvSpPr txBox="1">
            <a:spLocks/>
          </p:cNvSpPr>
          <p:nvPr/>
        </p:nvSpPr>
        <p:spPr>
          <a:xfrm>
            <a:off x="599660" y="1194120"/>
            <a:ext cx="10992679" cy="5103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How to determine Low Medium High?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Quartiles, cohort-based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Minimum 100 streams (4 out of 5 user data)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See Kernel Density Estimate (KDE) plots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31FF9F-2014-8828-F82F-0C10360A1F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111"/>
          <a:stretch>
            <a:fillRect/>
          </a:stretch>
        </p:blipFill>
        <p:spPr>
          <a:xfrm>
            <a:off x="6252001" y="1754469"/>
            <a:ext cx="5940000" cy="51035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2313B2-29E8-D3B5-03AF-12BE96FE2C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613"/>
          <a:stretch>
            <a:fillRect/>
          </a:stretch>
        </p:blipFill>
        <p:spPr>
          <a:xfrm>
            <a:off x="1" y="3023612"/>
            <a:ext cx="5940000" cy="243470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54B97D-6683-C669-EB75-93BAE3DB32CC}"/>
              </a:ext>
            </a:extLst>
          </p:cNvPr>
          <p:cNvCxnSpPr/>
          <p:nvPr/>
        </p:nvCxnSpPr>
        <p:spPr>
          <a:xfrm flipV="1">
            <a:off x="599660" y="5255394"/>
            <a:ext cx="238540" cy="981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531447A-8A42-B71C-D913-78ABBEDF0551}"/>
              </a:ext>
            </a:extLst>
          </p:cNvPr>
          <p:cNvCxnSpPr>
            <a:cxnSpLocks/>
          </p:cNvCxnSpPr>
          <p:nvPr/>
        </p:nvCxnSpPr>
        <p:spPr>
          <a:xfrm flipV="1">
            <a:off x="760396" y="5255394"/>
            <a:ext cx="202130" cy="981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E837688-5B95-3F91-EA53-9AC83EE2B374}"/>
              </a:ext>
            </a:extLst>
          </p:cNvPr>
          <p:cNvCxnSpPr>
            <a:cxnSpLocks/>
          </p:cNvCxnSpPr>
          <p:nvPr/>
        </p:nvCxnSpPr>
        <p:spPr>
          <a:xfrm flipV="1">
            <a:off x="1673192" y="5247603"/>
            <a:ext cx="202130" cy="981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1A542FF-BE3E-4FBE-DB9B-9DCEA33FA496}"/>
              </a:ext>
            </a:extLst>
          </p:cNvPr>
          <p:cNvCxnSpPr>
            <a:cxnSpLocks/>
          </p:cNvCxnSpPr>
          <p:nvPr/>
        </p:nvCxnSpPr>
        <p:spPr>
          <a:xfrm flipV="1">
            <a:off x="3244712" y="5247602"/>
            <a:ext cx="202130" cy="981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579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05BD2-24DF-61FC-9748-A13F8C602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CA61C-97F2-EAEE-0A95-88CDE166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8362"/>
          </a:xfrm>
        </p:spPr>
        <p:txBody>
          <a:bodyPr>
            <a:normAutofit fontScale="90000"/>
          </a:bodyPr>
          <a:lstStyle/>
          <a:p>
            <a:r>
              <a:rPr lang="en-US" dirty="0"/>
              <a:t>Supporting signal: Start/End Dominant Types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E861E93-A10D-EF74-187E-1C497BD212C7}"/>
              </a:ext>
            </a:extLst>
          </p:cNvPr>
          <p:cNvSpPr txBox="1">
            <a:spLocks/>
          </p:cNvSpPr>
          <p:nvPr/>
        </p:nvSpPr>
        <p:spPr>
          <a:xfrm>
            <a:off x="599660" y="1139690"/>
            <a:ext cx="10992679" cy="14728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Fallback explanatory proxies, user-based</a:t>
            </a:r>
          </a:p>
          <a:p>
            <a:r>
              <a:rPr lang="en-US" dirty="0"/>
              <a:t>Strict </a:t>
            </a:r>
            <a:r>
              <a:rPr lang="en-US" b="1" dirty="0"/>
              <a:t>60% threshold </a:t>
            </a:r>
            <a:r>
              <a:rPr lang="en-US" dirty="0"/>
              <a:t>(otherwise “Mixed”)</a:t>
            </a:r>
          </a:p>
          <a:p>
            <a:r>
              <a:rPr lang="en-US" dirty="0"/>
              <a:t>Most likely biased towards Passive and Natural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C73D5E-6C4F-F8A0-9D17-6BE81084BF4F}"/>
              </a:ext>
            </a:extLst>
          </p:cNvPr>
          <p:cNvSpPr/>
          <p:nvPr/>
        </p:nvSpPr>
        <p:spPr>
          <a:xfrm>
            <a:off x="391885" y="2819400"/>
            <a:ext cx="5617028" cy="3641177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dirty="0"/>
              <a:t>Start Dominant Type</a:t>
            </a:r>
          </a:p>
          <a:p>
            <a:endParaRPr lang="en-US" dirty="0"/>
          </a:p>
          <a:p>
            <a:r>
              <a:rPr lang="en-US" sz="2400" b="1" dirty="0"/>
              <a:t>Manual Start Heavy</a:t>
            </a:r>
          </a:p>
          <a:p>
            <a:r>
              <a:rPr lang="en-US" sz="2400" dirty="0" err="1"/>
              <a:t>clickrow</a:t>
            </a:r>
            <a:r>
              <a:rPr lang="en-US" sz="2400" dirty="0"/>
              <a:t>, </a:t>
            </a:r>
            <a:r>
              <a:rPr lang="en-US" sz="2400" dirty="0" err="1"/>
              <a:t>playbtn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Passive Continuation Heavy</a:t>
            </a:r>
          </a:p>
          <a:p>
            <a:r>
              <a:rPr lang="en-US" sz="2400" dirty="0" err="1"/>
              <a:t>trackdone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FC8FF9-498F-F73E-A8BB-67FB206CC8CA}"/>
              </a:ext>
            </a:extLst>
          </p:cNvPr>
          <p:cNvSpPr/>
          <p:nvPr/>
        </p:nvSpPr>
        <p:spPr>
          <a:xfrm>
            <a:off x="6237512" y="2819399"/>
            <a:ext cx="5617028" cy="3641177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dirty="0"/>
              <a:t>End Dominant Type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Skip Heavy</a:t>
            </a:r>
          </a:p>
          <a:p>
            <a:pPr lvl="0">
              <a:defRPr/>
            </a:pPr>
            <a:r>
              <a:rPr lang="en-US" sz="2400" dirty="0" err="1"/>
              <a:t>fwdbtn</a:t>
            </a:r>
            <a:r>
              <a:rPr lang="en-US" sz="2400" dirty="0"/>
              <a:t>, </a:t>
            </a:r>
            <a:r>
              <a:rPr lang="en-US" sz="2400" dirty="0" err="1"/>
              <a:t>backbtn</a:t>
            </a:r>
            <a:r>
              <a:rPr lang="en-US" sz="2400" dirty="0"/>
              <a:t>, or endplay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Natural Completion Heavy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Aptos" panose="02110004020202020204"/>
              </a:rPr>
              <a:t>trackdone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8999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D23D3-69B2-6E1F-AC60-604AA5D40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7D65F19-8106-55CA-BCF8-B12A8F0B4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4183"/>
            <a:ext cx="6379029" cy="53138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EABB3E-473B-687D-B5D3-1C64EF1DE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713" y="1441172"/>
            <a:ext cx="5588287" cy="541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699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38E4B-E8BF-892C-39A4-8B8D576FA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A78627-9444-A103-8B7A-CB1DE9520BE0}"/>
              </a:ext>
            </a:extLst>
          </p:cNvPr>
          <p:cNvSpPr txBox="1">
            <a:spLocks/>
          </p:cNvSpPr>
          <p:nvPr/>
        </p:nvSpPr>
        <p:spPr>
          <a:xfrm>
            <a:off x="838200" y="1698171"/>
            <a:ext cx="9900084" cy="300241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Consider Temporal Way of mapping this (modify current temporal dashboard from emotion -&gt; </a:t>
            </a:r>
            <a:r>
              <a:rPr lang="en-US" dirty="0" err="1"/>
              <a:t>behaviour</a:t>
            </a:r>
            <a:r>
              <a:rPr lang="en-US" dirty="0"/>
              <a:t> profiles)</a:t>
            </a:r>
          </a:p>
          <a:p>
            <a:r>
              <a:rPr lang="en-US" dirty="0"/>
              <a:t>Time of Day </a:t>
            </a:r>
            <a:r>
              <a:rPr lang="en-US"/>
              <a:t>and Geospatial part of it</a:t>
            </a:r>
            <a:endParaRPr lang="en-US" dirty="0"/>
          </a:p>
          <a:p>
            <a:r>
              <a:rPr lang="en-US" dirty="0"/>
              <a:t>Research more on platforms (</a:t>
            </a:r>
            <a:r>
              <a:rPr lang="en-US" dirty="0" err="1"/>
              <a:t>ios</a:t>
            </a:r>
            <a:r>
              <a:rPr lang="en-US" dirty="0"/>
              <a:t>, android, </a:t>
            </a:r>
            <a:r>
              <a:rPr lang="en-US" dirty="0" err="1"/>
              <a:t>etc</a:t>
            </a:r>
            <a:r>
              <a:rPr lang="en-US" dirty="0"/>
              <a:t>) vs the tendencies of people when listening to music?</a:t>
            </a:r>
          </a:p>
          <a:p>
            <a:r>
              <a:rPr lang="en-US" dirty="0"/>
              <a:t>How to make sure students want to donate other parts of their </a:t>
            </a:r>
            <a:r>
              <a:rPr lang="en-US" dirty="0" err="1"/>
              <a:t>spotify</a:t>
            </a:r>
            <a:r>
              <a:rPr lang="en-US" dirty="0"/>
              <a:t> data besides the streaming history files?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226A84D-33AD-E0AD-D67C-5C51DCC5E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8362"/>
          </a:xfrm>
        </p:spPr>
        <p:txBody>
          <a:bodyPr>
            <a:normAutofit fontScale="90000"/>
          </a:bodyPr>
          <a:lstStyle/>
          <a:p>
            <a:r>
              <a:rPr lang="en-US" dirty="0"/>
              <a:t>Possible Future Plan</a:t>
            </a:r>
          </a:p>
        </p:txBody>
      </p:sp>
    </p:spTree>
    <p:extLst>
      <p:ext uri="{BB962C8B-B14F-4D97-AF65-F5344CB8AC3E}">
        <p14:creationId xmlns:p14="http://schemas.microsoft.com/office/powerpoint/2010/main" val="2160565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0619B-4601-1C26-28F7-B743649FD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B5322-0AB1-7BBC-9A6B-0280F2F26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Thank you!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959C25-7FDF-BCBC-10E5-B864CD90337F}"/>
              </a:ext>
            </a:extLst>
          </p:cNvPr>
          <p:cNvSpPr txBox="1">
            <a:spLocks/>
          </p:cNvSpPr>
          <p:nvPr/>
        </p:nvSpPr>
        <p:spPr>
          <a:xfrm>
            <a:off x="599660" y="1194120"/>
            <a:ext cx="10992679" cy="5103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707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3358</TotalTime>
  <Words>1415</Words>
  <Application>Microsoft Office PowerPoint</Application>
  <PresentationFormat>Widescreen</PresentationFormat>
  <Paragraphs>283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Source Sans Pro</vt:lpstr>
      <vt:lpstr>Office Theme</vt:lpstr>
      <vt:lpstr>Behavioral Explorations: Profiling from Spotify Data</vt:lpstr>
      <vt:lpstr>PowerPoint Presentation</vt:lpstr>
      <vt:lpstr>Three behaviour profiles desired:</vt:lpstr>
      <vt:lpstr>New Direction: Raw Streaming History Inputs</vt:lpstr>
      <vt:lpstr>New Direction: Raw Streaming History Inputs</vt:lpstr>
      <vt:lpstr>New Direction: Raw Streaming History Inputs</vt:lpstr>
      <vt:lpstr>New Direction: Raw Streaming History Inputs</vt:lpstr>
      <vt:lpstr>New Direction: Raw Streaming History Inputs</vt:lpstr>
      <vt:lpstr>Courtesy of Amanda – First Algorithm</vt:lpstr>
      <vt:lpstr>Courtesy of Amanda – First Algorithm</vt:lpstr>
      <vt:lpstr>Supporting signal: Start/End Dominant Types</vt:lpstr>
      <vt:lpstr>PowerPoint Presentation</vt:lpstr>
      <vt:lpstr>Possible Future Plan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Belton</dc:creator>
  <cp:lastModifiedBy>Kenzi Lamberto</cp:lastModifiedBy>
  <cp:revision>3</cp:revision>
  <dcterms:created xsi:type="dcterms:W3CDTF">2026-01-08T03:28:42Z</dcterms:created>
  <dcterms:modified xsi:type="dcterms:W3CDTF">2026-05-15T00:38:24Z</dcterms:modified>
</cp:coreProperties>
</file>